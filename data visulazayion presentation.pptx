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  <p:sldId id="262" r:id="rId9"/>
    <p:sldId id="268" r:id="rId10"/>
    <p:sldId id="263" r:id="rId11"/>
    <p:sldId id="269" r:id="rId12"/>
    <p:sldId id="264" r:id="rId13"/>
    <p:sldId id="270" r:id="rId14"/>
    <p:sldId id="265" r:id="rId15"/>
    <p:sldId id="271" r:id="rId16"/>
    <p:sldId id="266" r:id="rId17"/>
  </p:sldIdLst>
  <p:sldSz cx="12192000" cy="6858000"/>
  <p:notesSz cx="6858000" cy="9144000"/>
  <p:defaultTextStyle>
    <a:defPPr>
      <a:defRPr lang="zh-H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5569D"/>
    <a:srgbClr val="EF64A4"/>
    <a:srgbClr val="FF7AAD"/>
    <a:srgbClr val="F874AD"/>
    <a:srgbClr val="F65A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083F9E-D411-478F-846F-98310438B5E3}" v="3" dt="2025-11-18T16:22:42.1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1" autoAdjust="0"/>
    <p:restoredTop sz="94660"/>
  </p:normalViewPr>
  <p:slideViewPr>
    <p:cSldViewPr snapToGrid="0">
      <p:cViewPr>
        <p:scale>
          <a:sx n="75" d="100"/>
          <a:sy n="75" d="100"/>
        </p:scale>
        <p:origin x="1256" y="8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哥 大" userId="1d536d53a82951b1" providerId="LiveId" clId="{44124907-9D44-4371-BB65-8818D479EC49}"/>
    <pc:docChg chg="undo custSel modSld">
      <pc:chgData name="哥 大" userId="1d536d53a82951b1" providerId="LiveId" clId="{44124907-9D44-4371-BB65-8818D479EC49}" dt="2025-11-18T17:20:14.623" v="283" actId="12"/>
      <pc:docMkLst>
        <pc:docMk/>
      </pc:docMkLst>
      <pc:sldChg chg="modSp mod">
        <pc:chgData name="哥 大" userId="1d536d53a82951b1" providerId="LiveId" clId="{44124907-9D44-4371-BB65-8818D479EC49}" dt="2025-11-18T17:20:14.623" v="283" actId="12"/>
        <pc:sldMkLst>
          <pc:docMk/>
          <pc:sldMk cId="4123190058" sldId="257"/>
        </pc:sldMkLst>
        <pc:spChg chg="mod">
          <ac:chgData name="哥 大" userId="1d536d53a82951b1" providerId="LiveId" clId="{44124907-9D44-4371-BB65-8818D479EC49}" dt="2025-11-18T17:20:14.623" v="283" actId="12"/>
          <ac:spMkLst>
            <pc:docMk/>
            <pc:sldMk cId="4123190058" sldId="257"/>
            <ac:spMk id="5" creationId="{C269F425-92E2-FFA5-B5C6-4751A48A579D}"/>
          </ac:spMkLst>
        </pc:spChg>
      </pc:sldChg>
      <pc:sldChg chg="addSp delSp modSp mod">
        <pc:chgData name="哥 大" userId="1d536d53a82951b1" providerId="LiveId" clId="{44124907-9D44-4371-BB65-8818D479EC49}" dt="2025-11-18T16:31:05.011" v="280" actId="1037"/>
        <pc:sldMkLst>
          <pc:docMk/>
          <pc:sldMk cId="3837308263" sldId="271"/>
        </pc:sldMkLst>
        <pc:spChg chg="del">
          <ac:chgData name="哥 大" userId="1d536d53a82951b1" providerId="LiveId" clId="{44124907-9D44-4371-BB65-8818D479EC49}" dt="2025-11-18T16:08:47.412" v="50" actId="478"/>
          <ac:spMkLst>
            <pc:docMk/>
            <pc:sldMk cId="3837308263" sldId="271"/>
            <ac:spMk id="5" creationId="{8E52DB26-D0F0-9348-56CF-C501801AD145}"/>
          </ac:spMkLst>
        </pc:spChg>
        <pc:spChg chg="add del mod">
          <ac:chgData name="哥 大" userId="1d536d53a82951b1" providerId="LiveId" clId="{44124907-9D44-4371-BB65-8818D479EC49}" dt="2025-11-18T16:09:27.092" v="62" actId="478"/>
          <ac:spMkLst>
            <pc:docMk/>
            <pc:sldMk cId="3837308263" sldId="271"/>
            <ac:spMk id="8" creationId="{E04C820B-B0C4-BDFC-5154-8E00625196D2}"/>
          </ac:spMkLst>
        </pc:spChg>
        <pc:spChg chg="add mod">
          <ac:chgData name="哥 大" userId="1d536d53a82951b1" providerId="LiveId" clId="{44124907-9D44-4371-BB65-8818D479EC49}" dt="2025-11-18T16:30:33.112" v="234" actId="1076"/>
          <ac:spMkLst>
            <pc:docMk/>
            <pc:sldMk cId="3837308263" sldId="271"/>
            <ac:spMk id="10" creationId="{E8B2660F-54B1-4AB7-FB02-D27E72096697}"/>
          </ac:spMkLst>
        </pc:spChg>
        <pc:spChg chg="add mod">
          <ac:chgData name="哥 大" userId="1d536d53a82951b1" providerId="LiveId" clId="{44124907-9D44-4371-BB65-8818D479EC49}" dt="2025-11-18T16:30:50.798" v="264" actId="1037"/>
          <ac:spMkLst>
            <pc:docMk/>
            <pc:sldMk cId="3837308263" sldId="271"/>
            <ac:spMk id="12" creationId="{AB9CCF40-C175-FB09-61BF-F7B06F6A1762}"/>
          </ac:spMkLst>
        </pc:spChg>
        <pc:spChg chg="add mod">
          <ac:chgData name="哥 大" userId="1d536d53a82951b1" providerId="LiveId" clId="{44124907-9D44-4371-BB65-8818D479EC49}" dt="2025-11-18T16:30:38.436" v="237" actId="14100"/>
          <ac:spMkLst>
            <pc:docMk/>
            <pc:sldMk cId="3837308263" sldId="271"/>
            <ac:spMk id="14" creationId="{77CDAFCA-DE12-CAC1-B2D7-29607257AD19}"/>
          </ac:spMkLst>
        </pc:spChg>
        <pc:spChg chg="add mod">
          <ac:chgData name="哥 大" userId="1d536d53a82951b1" providerId="LiveId" clId="{44124907-9D44-4371-BB65-8818D479EC49}" dt="2025-11-18T16:31:05.011" v="280" actId="1037"/>
          <ac:spMkLst>
            <pc:docMk/>
            <pc:sldMk cId="3837308263" sldId="271"/>
            <ac:spMk id="16" creationId="{9F550128-E91E-B6E3-B5EB-ADB1F72319FB}"/>
          </ac:spMkLst>
        </pc:spChg>
        <pc:picChg chg="add del mod">
          <ac:chgData name="哥 大" userId="1d536d53a82951b1" providerId="LiveId" clId="{44124907-9D44-4371-BB65-8818D479EC49}" dt="2025-11-18T16:14:39.748" v="99" actId="478"/>
          <ac:picMkLst>
            <pc:docMk/>
            <pc:sldMk cId="3837308263" sldId="271"/>
            <ac:picMk id="18" creationId="{94568A6C-2D6B-7C43-DFCB-AD608D6FAA17}"/>
          </ac:picMkLst>
        </pc:picChg>
        <pc:picChg chg="add mod">
          <ac:chgData name="哥 大" userId="1d536d53a82951b1" providerId="LiveId" clId="{44124907-9D44-4371-BB65-8818D479EC49}" dt="2025-11-18T16:20:32.527" v="167" actId="1038"/>
          <ac:picMkLst>
            <pc:docMk/>
            <pc:sldMk cId="3837308263" sldId="271"/>
            <ac:picMk id="20" creationId="{8AD665BC-4C5A-F622-3D6D-F052F8D33CEB}"/>
          </ac:picMkLst>
        </pc:picChg>
        <pc:picChg chg="add mod">
          <ac:chgData name="哥 大" userId="1d536d53a82951b1" providerId="LiveId" clId="{44124907-9D44-4371-BB65-8818D479EC49}" dt="2025-11-18T16:30:44.381" v="251" actId="1037"/>
          <ac:picMkLst>
            <pc:docMk/>
            <pc:sldMk cId="3837308263" sldId="271"/>
            <ac:picMk id="22" creationId="{1F36D1DD-BA00-78EB-8145-6A55B9947AD6}"/>
          </ac:picMkLst>
        </pc:picChg>
        <pc:picChg chg="add mod">
          <ac:chgData name="哥 大" userId="1d536d53a82951b1" providerId="LiveId" clId="{44124907-9D44-4371-BB65-8818D479EC49}" dt="2025-11-18T16:31:05.011" v="280" actId="1037"/>
          <ac:picMkLst>
            <pc:docMk/>
            <pc:sldMk cId="3837308263" sldId="271"/>
            <ac:picMk id="24" creationId="{475AE736-A283-75BB-7DEE-98851B21770F}"/>
          </ac:picMkLst>
        </pc:picChg>
        <pc:picChg chg="add mod">
          <ac:chgData name="哥 大" userId="1d536d53a82951b1" providerId="LiveId" clId="{44124907-9D44-4371-BB65-8818D479EC49}" dt="2025-11-18T16:30:44.381" v="251" actId="1037"/>
          <ac:picMkLst>
            <pc:docMk/>
            <pc:sldMk cId="3837308263" sldId="271"/>
            <ac:picMk id="26" creationId="{C0533D37-46AB-79AF-9700-2BE2A1E681F7}"/>
          </ac:picMkLst>
        </pc:picChg>
        <pc:picChg chg="add mod">
          <ac:chgData name="哥 大" userId="1d536d53a82951b1" providerId="LiveId" clId="{44124907-9D44-4371-BB65-8818D479EC49}" dt="2025-11-18T16:30:25.454" v="232" actId="14100"/>
          <ac:picMkLst>
            <pc:docMk/>
            <pc:sldMk cId="3837308263" sldId="271"/>
            <ac:picMk id="28" creationId="{3FCA5C64-5436-F810-0352-C6C982F29F95}"/>
          </ac:picMkLst>
        </pc:picChg>
        <pc:picChg chg="add mod">
          <ac:chgData name="哥 大" userId="1d536d53a82951b1" providerId="LiveId" clId="{44124907-9D44-4371-BB65-8818D479EC49}" dt="2025-11-18T16:31:05.011" v="280" actId="1037"/>
          <ac:picMkLst>
            <pc:docMk/>
            <pc:sldMk cId="3837308263" sldId="271"/>
            <ac:picMk id="30" creationId="{DE6D03CD-F056-5D27-029D-A776D2DBED72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HK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EC6C0C-246A-4544-B424-D1E1E103E28F}" type="datetimeFigureOut">
              <a:rPr lang="zh-HK" altLang="en-US" smtClean="0"/>
              <a:t>18/11/2025</a:t>
            </a:fld>
            <a:endParaRPr lang="zh-HK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HK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HK"/>
              <a:t>Click to edit Master text styles</a:t>
            </a:r>
          </a:p>
          <a:p>
            <a:pPr lvl="1"/>
            <a:r>
              <a:rPr lang="en-US" altLang="zh-HK"/>
              <a:t>Second level</a:t>
            </a:r>
          </a:p>
          <a:p>
            <a:pPr lvl="2"/>
            <a:r>
              <a:rPr lang="en-US" altLang="zh-HK"/>
              <a:t>Third level</a:t>
            </a:r>
          </a:p>
          <a:p>
            <a:pPr lvl="3"/>
            <a:r>
              <a:rPr lang="en-US" altLang="zh-HK"/>
              <a:t>Fourth level</a:t>
            </a:r>
          </a:p>
          <a:p>
            <a:pPr lvl="4"/>
            <a:r>
              <a:rPr lang="en-US" altLang="zh-HK"/>
              <a:t>Fifth level</a:t>
            </a:r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7E366A-61B7-4531-B3A3-AF4B298FF58C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7316247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7E366A-61B7-4531-B3A3-AF4B298FF58C}" type="slidenum">
              <a:rPr lang="zh-HK" altLang="en-US" smtClean="0"/>
              <a:t>1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0804092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7E366A-61B7-4531-B3A3-AF4B298FF58C}" type="slidenum">
              <a:rPr lang="zh-HK" altLang="en-US" smtClean="0"/>
              <a:t>2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8212676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7E366A-61B7-4531-B3A3-AF4B298FF58C}" type="slidenum">
              <a:rPr lang="zh-HK" altLang="en-US" smtClean="0"/>
              <a:t>10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6889771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E1D24-705D-4CE2-E013-D2F3CC3059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HK"/>
              <a:t>Click to edit Master title style</a:t>
            </a:r>
            <a:endParaRPr lang="zh-HK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E18E74-AAFF-273C-4E40-F743F5DBD9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HK"/>
              <a:t>Click to edit Master subtitle style</a:t>
            </a:r>
            <a:endParaRPr lang="zh-HK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789BEE-877C-C6AA-CA36-443D75DCF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E4E5F-DFA5-4C5E-8F5D-142FDC31B8F6}" type="datetimeFigureOut">
              <a:rPr lang="zh-HK" altLang="en-US" smtClean="0"/>
              <a:t>18/11/2025</a:t>
            </a:fld>
            <a:endParaRPr lang="zh-HK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131C68-3157-6F36-E515-21772A2C9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937351-7605-A604-10C8-5BED1F55F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E1749-58CB-4010-9EBB-5012FD8374F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2651180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D25C8-4682-56A7-31C6-932D1DC3F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/>
              <a:t>Click to edit Master title style</a:t>
            </a:r>
            <a:endParaRPr lang="zh-HK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0C8BC6-709A-7D5A-82B1-F5E54A51D6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HK"/>
              <a:t>Click to edit Master text styles</a:t>
            </a:r>
          </a:p>
          <a:p>
            <a:pPr lvl="1"/>
            <a:r>
              <a:rPr lang="en-US" altLang="zh-HK"/>
              <a:t>Second level</a:t>
            </a:r>
          </a:p>
          <a:p>
            <a:pPr lvl="2"/>
            <a:r>
              <a:rPr lang="en-US" altLang="zh-HK"/>
              <a:t>Third level</a:t>
            </a:r>
          </a:p>
          <a:p>
            <a:pPr lvl="3"/>
            <a:r>
              <a:rPr lang="en-US" altLang="zh-HK"/>
              <a:t>Fourth level</a:t>
            </a:r>
          </a:p>
          <a:p>
            <a:pPr lvl="4"/>
            <a:r>
              <a:rPr lang="en-US" altLang="zh-HK"/>
              <a:t>Fifth level</a:t>
            </a:r>
            <a:endParaRPr lang="zh-HK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0F12A6-BCA7-4894-4B0A-B3BA8A54F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E4E5F-DFA5-4C5E-8F5D-142FDC31B8F6}" type="datetimeFigureOut">
              <a:rPr lang="zh-HK" altLang="en-US" smtClean="0"/>
              <a:t>18/11/2025</a:t>
            </a:fld>
            <a:endParaRPr lang="zh-HK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CCE6B0-4224-5994-49FA-8D49EA710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D53F5D-2BEC-8651-EB35-253026EFB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E1749-58CB-4010-9EBB-5012FD8374F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789533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77FCC-04E3-EF00-EA12-15D2DDEBB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HK"/>
              <a:t>Click to edit Master title style</a:t>
            </a:r>
            <a:endParaRPr lang="zh-HK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407A94-1E93-C9BB-729C-8E3E2474C7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zh-HK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035A53-FB6F-520D-702A-36351B867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E4E5F-DFA5-4C5E-8F5D-142FDC31B8F6}" type="datetimeFigureOut">
              <a:rPr lang="zh-HK" altLang="en-US" smtClean="0"/>
              <a:t>18/11/2025</a:t>
            </a:fld>
            <a:endParaRPr lang="zh-HK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2AC8FD-62EB-60DA-02C1-C2B8587A0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91B61E-B9E7-8B71-329C-997B1A1CE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E1749-58CB-4010-9EBB-5012FD8374F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633410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654C0-A10C-F533-CFEF-2E1B81ABA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/>
              <a:t>Click to edit Master title style</a:t>
            </a:r>
            <a:endParaRPr lang="zh-HK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23734C-42EF-60C5-FBC1-DD0CF0228C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HK"/>
              <a:t>Click to edit Master text styles</a:t>
            </a:r>
          </a:p>
          <a:p>
            <a:pPr lvl="1"/>
            <a:r>
              <a:rPr lang="en-US" altLang="zh-HK"/>
              <a:t>Second level</a:t>
            </a:r>
          </a:p>
          <a:p>
            <a:pPr lvl="2"/>
            <a:r>
              <a:rPr lang="en-US" altLang="zh-HK"/>
              <a:t>Third level</a:t>
            </a:r>
          </a:p>
          <a:p>
            <a:pPr lvl="3"/>
            <a:r>
              <a:rPr lang="en-US" altLang="zh-HK"/>
              <a:t>Fourth level</a:t>
            </a:r>
          </a:p>
          <a:p>
            <a:pPr lvl="4"/>
            <a:r>
              <a:rPr lang="en-US" altLang="zh-HK"/>
              <a:t>Fifth level</a:t>
            </a:r>
            <a:endParaRPr lang="zh-HK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F1323-109B-288F-60E5-33E54F4B79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HK"/>
              <a:t>Click to edit Master text styles</a:t>
            </a:r>
          </a:p>
          <a:p>
            <a:pPr lvl="1"/>
            <a:r>
              <a:rPr lang="en-US" altLang="zh-HK"/>
              <a:t>Second level</a:t>
            </a:r>
          </a:p>
          <a:p>
            <a:pPr lvl="2"/>
            <a:r>
              <a:rPr lang="en-US" altLang="zh-HK"/>
              <a:t>Third level</a:t>
            </a:r>
          </a:p>
          <a:p>
            <a:pPr lvl="3"/>
            <a:r>
              <a:rPr lang="en-US" altLang="zh-HK"/>
              <a:t>Fourth level</a:t>
            </a:r>
          </a:p>
          <a:p>
            <a:pPr lvl="4"/>
            <a:r>
              <a:rPr lang="en-US" altLang="zh-HK"/>
              <a:t>Fifth level</a:t>
            </a:r>
            <a:endParaRPr lang="zh-HK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DDD489-9282-E508-BD9F-CE152C453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E4E5F-DFA5-4C5E-8F5D-142FDC31B8F6}" type="datetimeFigureOut">
              <a:rPr lang="zh-HK" altLang="en-US" smtClean="0"/>
              <a:t>18/11/2025</a:t>
            </a:fld>
            <a:endParaRPr lang="zh-HK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4378DB-E707-01BB-63A6-A4440612A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0E35A4-3364-6A46-2BAC-A3CE51DC6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E1749-58CB-4010-9EBB-5012FD8374F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525597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6542F-349A-772F-7D1F-55FF4BD5D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HK"/>
              <a:t>Click to edit Master title style</a:t>
            </a:r>
            <a:endParaRPr lang="zh-HK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E948BE-08D3-CA49-A122-DEECFEC5C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HK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DC5AB5-14EB-B9AF-64C0-C033B34C5D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HK"/>
              <a:t>Click to edit Master text styles</a:t>
            </a:r>
          </a:p>
          <a:p>
            <a:pPr lvl="1"/>
            <a:r>
              <a:rPr lang="en-US" altLang="zh-HK"/>
              <a:t>Second level</a:t>
            </a:r>
          </a:p>
          <a:p>
            <a:pPr lvl="2"/>
            <a:r>
              <a:rPr lang="en-US" altLang="zh-HK"/>
              <a:t>Third level</a:t>
            </a:r>
          </a:p>
          <a:p>
            <a:pPr lvl="3"/>
            <a:r>
              <a:rPr lang="en-US" altLang="zh-HK"/>
              <a:t>Fourth level</a:t>
            </a:r>
          </a:p>
          <a:p>
            <a:pPr lvl="4"/>
            <a:r>
              <a:rPr lang="en-US" altLang="zh-HK"/>
              <a:t>Fifth level</a:t>
            </a:r>
            <a:endParaRPr lang="zh-HK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041B83-E7A1-577E-F166-E491748537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HK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DA2ADE-61D1-2D46-EB22-BF74DE941A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HK"/>
              <a:t>Click to edit Master text styles</a:t>
            </a:r>
          </a:p>
          <a:p>
            <a:pPr lvl="1"/>
            <a:r>
              <a:rPr lang="en-US" altLang="zh-HK"/>
              <a:t>Second level</a:t>
            </a:r>
          </a:p>
          <a:p>
            <a:pPr lvl="2"/>
            <a:r>
              <a:rPr lang="en-US" altLang="zh-HK"/>
              <a:t>Third level</a:t>
            </a:r>
          </a:p>
          <a:p>
            <a:pPr lvl="3"/>
            <a:r>
              <a:rPr lang="en-US" altLang="zh-HK"/>
              <a:t>Fourth level</a:t>
            </a:r>
          </a:p>
          <a:p>
            <a:pPr lvl="4"/>
            <a:r>
              <a:rPr lang="en-US" altLang="zh-HK"/>
              <a:t>Fifth level</a:t>
            </a:r>
            <a:endParaRPr lang="zh-HK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1AF880-D2C3-AA2C-0A29-7843E410A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E4E5F-DFA5-4C5E-8F5D-142FDC31B8F6}" type="datetimeFigureOut">
              <a:rPr lang="zh-HK" altLang="en-US" smtClean="0"/>
              <a:t>18/11/2025</a:t>
            </a:fld>
            <a:endParaRPr lang="zh-HK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6E4463-ED26-E082-C3B5-7008970AF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A78237-4B76-5694-54D0-1EDC7D544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E1749-58CB-4010-9EBB-5012FD8374F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759891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18C74-C160-4F83-D99A-BBADF851A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/>
              <a:t>Click to edit Master title style</a:t>
            </a:r>
            <a:endParaRPr lang="zh-HK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7D0FFE-73DD-B570-9A86-9A5A4479F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E4E5F-DFA5-4C5E-8F5D-142FDC31B8F6}" type="datetimeFigureOut">
              <a:rPr lang="zh-HK" altLang="en-US" smtClean="0"/>
              <a:t>18/11/2025</a:t>
            </a:fld>
            <a:endParaRPr lang="zh-HK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A21DC8-216D-1260-B30A-8379D8214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597BE4-669F-F4C7-B2F9-456A12ADA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E1749-58CB-4010-9EBB-5012FD8374F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496662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FA8B2D-4CF4-92A3-5B39-B4BDF53D6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E4E5F-DFA5-4C5E-8F5D-142FDC31B8F6}" type="datetimeFigureOut">
              <a:rPr lang="zh-HK" altLang="en-US" smtClean="0"/>
              <a:t>18/11/2025</a:t>
            </a:fld>
            <a:endParaRPr lang="zh-HK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A882F6-0FFF-E33C-80C6-13620E634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F8ADE1-6502-E478-E7D0-C4EAE1FEA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E1749-58CB-4010-9EBB-5012FD8374F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1392646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CB892-5ECC-EE3F-604A-EAC77A6A7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HK"/>
              <a:t>Click to edit Master title style</a:t>
            </a:r>
            <a:endParaRPr lang="zh-HK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EC4F3C-072D-9AF5-F100-F079E9C40B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HK"/>
              <a:t>Click to edit Master text styles</a:t>
            </a:r>
          </a:p>
          <a:p>
            <a:pPr lvl="1"/>
            <a:r>
              <a:rPr lang="en-US" altLang="zh-HK"/>
              <a:t>Second level</a:t>
            </a:r>
          </a:p>
          <a:p>
            <a:pPr lvl="2"/>
            <a:r>
              <a:rPr lang="en-US" altLang="zh-HK"/>
              <a:t>Third level</a:t>
            </a:r>
          </a:p>
          <a:p>
            <a:pPr lvl="3"/>
            <a:r>
              <a:rPr lang="en-US" altLang="zh-HK"/>
              <a:t>Fourth level</a:t>
            </a:r>
          </a:p>
          <a:p>
            <a:pPr lvl="4"/>
            <a:r>
              <a:rPr lang="en-US" altLang="zh-HK"/>
              <a:t>Fifth level</a:t>
            </a:r>
            <a:endParaRPr lang="zh-HK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93D8A-92D1-DCBA-D546-FE9E9388BE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HK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00C901-A349-F43C-9833-DFBF3B68A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E4E5F-DFA5-4C5E-8F5D-142FDC31B8F6}" type="datetimeFigureOut">
              <a:rPr lang="zh-HK" altLang="en-US" smtClean="0"/>
              <a:t>18/11/2025</a:t>
            </a:fld>
            <a:endParaRPr lang="zh-HK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FD398F-80C6-0B6C-06DC-02443D961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CA12A3-2EDB-5086-DCFE-E661C0F62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E1749-58CB-4010-9EBB-5012FD8374F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2171745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3A195-10E5-571F-8461-349D1D307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HK"/>
              <a:t>Click to edit Master title style</a:t>
            </a:r>
            <a:endParaRPr lang="zh-HK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496298-D58F-9B97-BDA6-DAC0F8E1E4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HK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B0FD5B-0121-B122-DF1E-A69EDCD378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HK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E24E0C-5429-5DD4-29AB-ECB523A6C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E4E5F-DFA5-4C5E-8F5D-142FDC31B8F6}" type="datetimeFigureOut">
              <a:rPr lang="zh-HK" altLang="en-US" smtClean="0"/>
              <a:t>18/11/2025</a:t>
            </a:fld>
            <a:endParaRPr lang="zh-HK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FDF40E-825E-3FDB-26F1-EF278CD4D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F5FC32-3D1A-159D-EEFA-687028A01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E1749-58CB-4010-9EBB-5012FD8374F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587013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41724-E086-E5A8-9BDD-3CE83FB91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/>
              <a:t>Click to edit Master title style</a:t>
            </a:r>
            <a:endParaRPr lang="zh-HK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33CDF2-B1E7-906F-EE77-5993F23E7A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HK"/>
              <a:t>Click to edit Master text styles</a:t>
            </a:r>
          </a:p>
          <a:p>
            <a:pPr lvl="1"/>
            <a:r>
              <a:rPr lang="en-US" altLang="zh-HK"/>
              <a:t>Second level</a:t>
            </a:r>
          </a:p>
          <a:p>
            <a:pPr lvl="2"/>
            <a:r>
              <a:rPr lang="en-US" altLang="zh-HK"/>
              <a:t>Third level</a:t>
            </a:r>
          </a:p>
          <a:p>
            <a:pPr lvl="3"/>
            <a:r>
              <a:rPr lang="en-US" altLang="zh-HK"/>
              <a:t>Fourth level</a:t>
            </a:r>
          </a:p>
          <a:p>
            <a:pPr lvl="4"/>
            <a:r>
              <a:rPr lang="en-US" altLang="zh-HK"/>
              <a:t>Fifth level</a:t>
            </a:r>
            <a:endParaRPr lang="zh-HK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F28835-6C4C-6965-9E31-FFC7276D6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E4E5F-DFA5-4C5E-8F5D-142FDC31B8F6}" type="datetimeFigureOut">
              <a:rPr lang="zh-HK" altLang="en-US" smtClean="0"/>
              <a:t>18/11/2025</a:t>
            </a:fld>
            <a:endParaRPr lang="zh-HK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A94431-32CB-D3D1-6A2D-928C60AE5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AFE619-33CD-F508-F460-56C4FB52B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E1749-58CB-4010-9EBB-5012FD8374F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3168281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25FDFB-238C-14B2-2D13-0F909D3885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HK"/>
              <a:t>Click to edit Master title style</a:t>
            </a:r>
            <a:endParaRPr lang="zh-HK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6A63F7-ECD0-D38C-56BD-6471D50124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HK"/>
              <a:t>Click to edit Master text styles</a:t>
            </a:r>
          </a:p>
          <a:p>
            <a:pPr lvl="1"/>
            <a:r>
              <a:rPr lang="en-US" altLang="zh-HK"/>
              <a:t>Second level</a:t>
            </a:r>
          </a:p>
          <a:p>
            <a:pPr lvl="2"/>
            <a:r>
              <a:rPr lang="en-US" altLang="zh-HK"/>
              <a:t>Third level</a:t>
            </a:r>
          </a:p>
          <a:p>
            <a:pPr lvl="3"/>
            <a:r>
              <a:rPr lang="en-US" altLang="zh-HK"/>
              <a:t>Fourth level</a:t>
            </a:r>
          </a:p>
          <a:p>
            <a:pPr lvl="4"/>
            <a:r>
              <a:rPr lang="en-US" altLang="zh-HK"/>
              <a:t>Fifth level</a:t>
            </a:r>
            <a:endParaRPr lang="zh-HK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5F9C03-301A-B501-BEC6-447537EAF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E4E5F-DFA5-4C5E-8F5D-142FDC31B8F6}" type="datetimeFigureOut">
              <a:rPr lang="zh-HK" altLang="en-US" smtClean="0"/>
              <a:t>18/11/2025</a:t>
            </a:fld>
            <a:endParaRPr lang="zh-HK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6E531E-6D53-8D0B-682F-87B9958C3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FCF562-D9F9-D288-5D23-70B11D69A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E1749-58CB-4010-9EBB-5012FD8374F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0394207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6D7D1-7756-9582-5962-DE7397431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HK"/>
              <a:t>Click to edit Master title style</a:t>
            </a:r>
            <a:endParaRPr lang="zh-HK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42DB20-CCE9-92A0-26DB-DF7FB58596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HK"/>
              <a:t>Click to edit Master text styles</a:t>
            </a:r>
          </a:p>
          <a:p>
            <a:pPr lvl="1"/>
            <a:r>
              <a:rPr lang="en-US" altLang="zh-HK"/>
              <a:t>Second level</a:t>
            </a:r>
          </a:p>
          <a:p>
            <a:pPr lvl="2"/>
            <a:r>
              <a:rPr lang="en-US" altLang="zh-HK"/>
              <a:t>Third level</a:t>
            </a:r>
          </a:p>
          <a:p>
            <a:pPr lvl="3"/>
            <a:r>
              <a:rPr lang="en-US" altLang="zh-HK"/>
              <a:t>Fourth level</a:t>
            </a:r>
          </a:p>
          <a:p>
            <a:pPr lvl="4"/>
            <a:r>
              <a:rPr lang="en-US" altLang="zh-HK"/>
              <a:t>Fifth level</a:t>
            </a:r>
            <a:endParaRPr lang="zh-HK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7AC5F4-8137-6D05-61DE-0D66EB5C92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CE4E5F-DFA5-4C5E-8F5D-142FDC31B8F6}" type="datetimeFigureOut">
              <a:rPr lang="zh-HK" altLang="en-US" smtClean="0"/>
              <a:t>18/11/2025</a:t>
            </a:fld>
            <a:endParaRPr lang="zh-HK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80D56D-C4AC-1E7D-0FE8-F28FABE6D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HK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22474D-84F4-6FF0-135E-0EB520995C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9E1749-58CB-4010-9EBB-5012FD8374F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233307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H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B65924E-EDF6-B898-2311-34AA672E43F3}"/>
              </a:ext>
            </a:extLst>
          </p:cNvPr>
          <p:cNvSpPr txBox="1"/>
          <p:nvPr/>
        </p:nvSpPr>
        <p:spPr>
          <a:xfrm>
            <a:off x="3744687" y="3646720"/>
            <a:ext cx="4397827" cy="87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nl-NL" altLang="zh-HK" sz="3200" b="0" dirty="0">
                <a:solidFill>
                  <a:srgbClr val="000000"/>
                </a:solidFill>
                <a:effectLst/>
              </a:rPr>
              <a:t>Student Name: Li Yuan </a:t>
            </a:r>
          </a:p>
          <a:p>
            <a:pPr>
              <a:lnSpc>
                <a:spcPts val="1425"/>
              </a:lnSpc>
              <a:buNone/>
            </a:pPr>
            <a:endParaRPr lang="nl-NL" altLang="zh-HK" sz="3200" b="0" dirty="0">
              <a:solidFill>
                <a:srgbClr val="000000"/>
              </a:solidFill>
              <a:effectLst/>
            </a:endParaRPr>
          </a:p>
          <a:p>
            <a:pPr>
              <a:lnSpc>
                <a:spcPts val="1425"/>
              </a:lnSpc>
              <a:buNone/>
            </a:pPr>
            <a:endParaRPr lang="nl-NL" altLang="zh-HK" sz="3200" dirty="0">
              <a:solidFill>
                <a:srgbClr val="000000"/>
              </a:solidFill>
            </a:endParaRPr>
          </a:p>
          <a:p>
            <a:pPr>
              <a:lnSpc>
                <a:spcPts val="1425"/>
              </a:lnSpc>
              <a:buNone/>
            </a:pPr>
            <a:r>
              <a:rPr lang="nl-NL" altLang="zh-HK" sz="3200" b="0" dirty="0">
                <a:solidFill>
                  <a:srgbClr val="000000"/>
                </a:solidFill>
                <a:effectLst/>
              </a:rPr>
              <a:t>Student ID: 21234252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6731E7-11D0-0ED9-E2DD-2BB942E7B5B6}"/>
              </a:ext>
            </a:extLst>
          </p:cNvPr>
          <p:cNvSpPr txBox="1"/>
          <p:nvPr/>
        </p:nvSpPr>
        <p:spPr>
          <a:xfrm>
            <a:off x="2725783" y="1344926"/>
            <a:ext cx="6096000" cy="11931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altLang="zh-HK" sz="3200" b="1" kern="100" dirty="0"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Decoding Music Genres Through Physical</a:t>
            </a:r>
            <a:r>
              <a:rPr lang="en-US" altLang="zh-HK" sz="3200" b="1" kern="1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HK" sz="3200" b="1" kern="100" dirty="0"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Acoustic Features</a:t>
            </a:r>
            <a:endParaRPr lang="zh-TW" altLang="zh-HK" sz="3200" kern="100" dirty="0">
              <a:effectLst/>
              <a:latin typeface="Aptos" panose="020B000402020202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28581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269F425-92E2-FFA5-B5C6-4751A48A579D}"/>
              </a:ext>
            </a:extLst>
          </p:cNvPr>
          <p:cNvSpPr txBox="1"/>
          <p:nvPr/>
        </p:nvSpPr>
        <p:spPr>
          <a:xfrm>
            <a:off x="644435" y="1181760"/>
            <a:ext cx="6461932" cy="13394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altLang="zh-HK" sz="2000" b="1" kern="1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Physical acoustics</a:t>
            </a:r>
            <a:r>
              <a:rPr lang="en-US" altLang="zh-HK" sz="2000" kern="1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with </a:t>
            </a:r>
            <a:r>
              <a:rPr lang="en-US" altLang="zh-HK" sz="2000" b="1" kern="1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digital audio signals</a:t>
            </a: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altLang="zh-HK" sz="2000" b="1" kern="1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Sound</a:t>
            </a:r>
            <a:r>
              <a:rPr lang="en-US" altLang="zh-HK" sz="2000" kern="1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, as a mechanical wave</a:t>
            </a: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altLang="zh-HK" sz="2000" kern="100" dirty="0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It</a:t>
            </a:r>
            <a:r>
              <a:rPr lang="en-US" altLang="zh-HK" sz="2000" kern="1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can be quantified into computable audio features</a:t>
            </a:r>
            <a:endParaRPr lang="zh-TW" altLang="zh-HK" sz="2000" kern="100" dirty="0">
              <a:effectLst/>
              <a:latin typeface="Aptos" panose="020B000402020202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0055E5-0D75-0BD7-1F26-6F6C57AFDEFA}"/>
              </a:ext>
            </a:extLst>
          </p:cNvPr>
          <p:cNvSpPr txBox="1"/>
          <p:nvPr/>
        </p:nvSpPr>
        <p:spPr>
          <a:xfrm>
            <a:off x="644434" y="548641"/>
            <a:ext cx="22903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Introduction:</a:t>
            </a:r>
            <a:endParaRPr lang="zh-HK" altLang="en-US" sz="2000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ACF7DDE-59AC-AFCC-FB48-1A354477D3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702" y="3118758"/>
            <a:ext cx="6200771" cy="299466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26B802E-AE98-9B9D-F3EB-7AA1BE3952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6366" y="2153632"/>
            <a:ext cx="4345407" cy="395978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B898C69-E785-1DEB-6B01-98BE5062DDEA}"/>
              </a:ext>
            </a:extLst>
          </p:cNvPr>
          <p:cNvSpPr txBox="1"/>
          <p:nvPr/>
        </p:nvSpPr>
        <p:spPr>
          <a:xfrm>
            <a:off x="8055425" y="1666828"/>
            <a:ext cx="32221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kern="100" dirty="0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sound sharpness / brightness</a:t>
            </a:r>
            <a:endParaRPr lang="zh-HK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1231900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FD1EE3E-D883-9D0D-BF4E-4D5BAD70E26B}"/>
              </a:ext>
            </a:extLst>
          </p:cNvPr>
          <p:cNvSpPr txBox="1"/>
          <p:nvPr/>
        </p:nvSpPr>
        <p:spPr>
          <a:xfrm>
            <a:off x="644434" y="548641"/>
            <a:ext cx="22903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Dataset:</a:t>
            </a:r>
            <a:endParaRPr lang="zh-HK" altLang="en-US" sz="20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7EDA61D-916E-26F8-61DA-E78A7227FB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434" y="1194975"/>
            <a:ext cx="5657222" cy="262363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500CE48-1E2B-AF28-3598-945A20109D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6854" y="958765"/>
            <a:ext cx="3191320" cy="309605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49B787A-0E3A-1E87-2DA4-B39258B2C25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664" t="585" r="7398" b="-585"/>
          <a:stretch>
            <a:fillRect/>
          </a:stretch>
        </p:blipFill>
        <p:spPr>
          <a:xfrm>
            <a:off x="10194814" y="1212421"/>
            <a:ext cx="882492" cy="2981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3750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6B0C0FA-876F-5362-920B-D87FA608B6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914" y="1075407"/>
            <a:ext cx="2604544" cy="22789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C15792C-13F9-663F-3D57-6CF809966C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1624" y="235132"/>
            <a:ext cx="2818201" cy="662286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F0C102B-3968-FA2E-F624-405D4B6997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5759" y="235132"/>
            <a:ext cx="2818201" cy="662286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D574827-2D34-BD00-4A78-4757BCE0C5E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420"/>
          <a:stretch>
            <a:fillRect/>
          </a:stretch>
        </p:blipFill>
        <p:spPr>
          <a:xfrm>
            <a:off x="8929894" y="235132"/>
            <a:ext cx="2818201" cy="662286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7E344F6-ED63-63BD-312D-46140D567384}"/>
              </a:ext>
            </a:extLst>
          </p:cNvPr>
          <p:cNvSpPr txBox="1"/>
          <p:nvPr/>
        </p:nvSpPr>
        <p:spPr>
          <a:xfrm>
            <a:off x="644434" y="548641"/>
            <a:ext cx="22903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Dataset:</a:t>
            </a:r>
            <a:endParaRPr lang="zh-HK" altLang="en-US" sz="2000" b="1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C93CE-21FE-48FD-6253-F8525E6921DB}"/>
              </a:ext>
            </a:extLst>
          </p:cNvPr>
          <p:cNvSpPr/>
          <p:nvPr/>
        </p:nvSpPr>
        <p:spPr>
          <a:xfrm>
            <a:off x="3850644" y="948751"/>
            <a:ext cx="401316" cy="52343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4D9477D-318F-96EB-F26E-67E789564ACD}"/>
              </a:ext>
            </a:extLst>
          </p:cNvPr>
          <p:cNvSpPr/>
          <p:nvPr/>
        </p:nvSpPr>
        <p:spPr>
          <a:xfrm>
            <a:off x="3659130" y="3354383"/>
            <a:ext cx="401316" cy="38551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56AB3769-4530-B6B7-2179-4E1C0023C643}"/>
              </a:ext>
            </a:extLst>
          </p:cNvPr>
          <p:cNvCxnSpPr/>
          <p:nvPr/>
        </p:nvCxnSpPr>
        <p:spPr>
          <a:xfrm rot="10800000" flipV="1">
            <a:off x="2121408" y="4233672"/>
            <a:ext cx="960216" cy="493776"/>
          </a:xfrm>
          <a:prstGeom prst="bentConnector3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6797109F-7414-787E-0BF6-AE535638E5FD}"/>
              </a:ext>
            </a:extLst>
          </p:cNvPr>
          <p:cNvSpPr txBox="1"/>
          <p:nvPr/>
        </p:nvSpPr>
        <p:spPr>
          <a:xfrm>
            <a:off x="984953" y="4018895"/>
            <a:ext cx="16093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/>
              <a:t>Only ‘tempo’ no mean and variance column</a:t>
            </a:r>
            <a:endParaRPr lang="zh-HK" altLang="en-US" dirty="0"/>
          </a:p>
        </p:txBody>
      </p:sp>
    </p:spTree>
    <p:extLst>
      <p:ext uri="{BB962C8B-B14F-4D97-AF65-F5344CB8AC3E}">
        <p14:creationId xmlns:p14="http://schemas.microsoft.com/office/powerpoint/2010/main" val="38403150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7FD003D-868E-FEBD-5825-641C6DD8E74B}"/>
              </a:ext>
            </a:extLst>
          </p:cNvPr>
          <p:cNvSpPr txBox="1"/>
          <p:nvPr/>
        </p:nvSpPr>
        <p:spPr>
          <a:xfrm>
            <a:off x="644434" y="548641"/>
            <a:ext cx="22903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Dataset:</a:t>
            </a:r>
            <a:endParaRPr lang="zh-HK" altLang="en-US" sz="2000" b="1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101B9AA-4455-AD01-7247-C0E91ABCAB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434" y="1376531"/>
            <a:ext cx="5582194" cy="37702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5F309B1-D055-6170-F42A-99ACA4D8C82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9824"/>
          <a:stretch>
            <a:fillRect/>
          </a:stretch>
        </p:blipFill>
        <p:spPr>
          <a:xfrm>
            <a:off x="6485350" y="1376531"/>
            <a:ext cx="4748707" cy="96665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CBC5782-9F30-FA1F-9F9E-7D36280AEF1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6097" b="51011"/>
          <a:stretch>
            <a:fillRect/>
          </a:stretch>
        </p:blipFill>
        <p:spPr>
          <a:xfrm>
            <a:off x="6485350" y="2696349"/>
            <a:ext cx="4373160" cy="146530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AB5CD7D-6A36-8902-0201-28B4BE92880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3288" t="76337" r="54097" b="5985"/>
          <a:stretch>
            <a:fillRect/>
          </a:stretch>
        </p:blipFill>
        <p:spPr>
          <a:xfrm>
            <a:off x="6226628" y="4400386"/>
            <a:ext cx="4091814" cy="671924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5809B54-CBEB-A5B5-2F26-CF8E57A223BE}"/>
              </a:ext>
            </a:extLst>
          </p:cNvPr>
          <p:cNvCxnSpPr/>
          <p:nvPr/>
        </p:nvCxnSpPr>
        <p:spPr>
          <a:xfrm>
            <a:off x="7193280" y="1680756"/>
            <a:ext cx="107986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7B66E74-6BF0-C717-B7B6-3C51F9E6B2BA}"/>
              </a:ext>
            </a:extLst>
          </p:cNvPr>
          <p:cNvCxnSpPr/>
          <p:nvPr/>
        </p:nvCxnSpPr>
        <p:spPr>
          <a:xfrm>
            <a:off x="7088775" y="2960914"/>
            <a:ext cx="923109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282CF37-5633-FE39-199B-EB5F12621AE1}"/>
              </a:ext>
            </a:extLst>
          </p:cNvPr>
          <p:cNvCxnSpPr/>
          <p:nvPr/>
        </p:nvCxnSpPr>
        <p:spPr>
          <a:xfrm>
            <a:off x="7306491" y="3587933"/>
            <a:ext cx="108857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AB76648C-E806-D948-D4CA-C09F6BA523FF}"/>
              </a:ext>
            </a:extLst>
          </p:cNvPr>
          <p:cNvSpPr/>
          <p:nvPr/>
        </p:nvSpPr>
        <p:spPr>
          <a:xfrm>
            <a:off x="6433096" y="4781004"/>
            <a:ext cx="1787792" cy="37011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7195569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FD6C1C-CC1E-032A-A224-98FC8946E8B7}"/>
              </a:ext>
            </a:extLst>
          </p:cNvPr>
          <p:cNvSpPr txBox="1"/>
          <p:nvPr/>
        </p:nvSpPr>
        <p:spPr>
          <a:xfrm>
            <a:off x="644434" y="548641"/>
            <a:ext cx="22903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First Chart:</a:t>
            </a:r>
            <a:endParaRPr lang="zh-HK" altLang="en-US" sz="20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B4A330E-CF65-F692-991B-ACB4A826E1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7346" y="1834046"/>
            <a:ext cx="7043493" cy="407520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8A63080-7D37-B9DC-90A9-DB56C9C1F704}"/>
              </a:ext>
            </a:extLst>
          </p:cNvPr>
          <p:cNvSpPr txBox="1"/>
          <p:nvPr/>
        </p:nvSpPr>
        <p:spPr>
          <a:xfrm>
            <a:off x="2117488" y="948751"/>
            <a:ext cx="84908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kern="100" dirty="0">
                <a:latin typeface="DengXian" panose="02010600030101010101" pitchFamily="2" charset="-122"/>
                <a:cs typeface="Times New Roman" panose="02020603050405020304" pitchFamily="18" charset="0"/>
              </a:rPr>
              <a:t>Tool</a:t>
            </a:r>
            <a:r>
              <a:rPr lang="en-US" altLang="zh-HK" sz="2000" kern="100" dirty="0">
                <a:latin typeface="DengXian" panose="02010600030101010101" pitchFamily="2" charset="-122"/>
                <a:cs typeface="Times New Roman" panose="02020603050405020304" pitchFamily="18" charset="0"/>
              </a:rPr>
              <a:t>: Random Forest classifier and bar chart</a:t>
            </a:r>
          </a:p>
          <a:p>
            <a:r>
              <a:rPr lang="en-US" altLang="zh-HK" sz="2000" b="1" kern="100" dirty="0">
                <a:latin typeface="DengXian" panose="02010600030101010101" pitchFamily="2" charset="-122"/>
                <a:cs typeface="Times New Roman" panose="02020603050405020304" pitchFamily="18" charset="0"/>
              </a:rPr>
              <a:t>Target</a:t>
            </a:r>
            <a:r>
              <a:rPr lang="en-US" altLang="zh-HK" sz="2000" kern="100" dirty="0">
                <a:latin typeface="DengXian" panose="02010600030101010101" pitchFamily="2" charset="-122"/>
                <a:cs typeface="Times New Roman" panose="02020603050405020304" pitchFamily="18" charset="0"/>
              </a:rPr>
              <a:t>: Obtain important scores for each feature in determining music type</a:t>
            </a:r>
            <a:endParaRPr lang="zh-HK" altLang="en-US" sz="20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5305F0-2CE7-FC1E-5723-2CAC19D18F9A}"/>
              </a:ext>
            </a:extLst>
          </p:cNvPr>
          <p:cNvSpPr/>
          <p:nvPr/>
        </p:nvSpPr>
        <p:spPr>
          <a:xfrm>
            <a:off x="3154680" y="2112264"/>
            <a:ext cx="1261872" cy="5029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EBD7412-1660-777B-A795-20CD3166D7D8}"/>
              </a:ext>
            </a:extLst>
          </p:cNvPr>
          <p:cNvSpPr/>
          <p:nvPr/>
        </p:nvSpPr>
        <p:spPr>
          <a:xfrm>
            <a:off x="7796567" y="2118360"/>
            <a:ext cx="1063969" cy="5029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EF56A46-177A-7984-BE43-A572D298914B}"/>
              </a:ext>
            </a:extLst>
          </p:cNvPr>
          <p:cNvCxnSpPr>
            <a:cxnSpLocks/>
          </p:cNvCxnSpPr>
          <p:nvPr/>
        </p:nvCxnSpPr>
        <p:spPr>
          <a:xfrm>
            <a:off x="1856232" y="2414016"/>
            <a:ext cx="1197864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30701E3D-F1BF-113F-8107-2F6F1DCE2E5D}"/>
              </a:ext>
            </a:extLst>
          </p:cNvPr>
          <p:cNvSpPr txBox="1"/>
          <p:nvPr/>
        </p:nvSpPr>
        <p:spPr>
          <a:xfrm>
            <a:off x="919625" y="2174639"/>
            <a:ext cx="15229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kern="100" dirty="0">
                <a:latin typeface="DengXian" panose="02010600030101010101" pitchFamily="2" charset="-122"/>
                <a:cs typeface="Times New Roman" panose="02020603050405020304" pitchFamily="18" charset="0"/>
              </a:rPr>
              <a:t>energy distribution</a:t>
            </a:r>
            <a:endParaRPr lang="zh-HK" altLang="en-US" dirty="0"/>
          </a:p>
        </p:txBody>
      </p: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F191A572-8BD2-DEBA-FAFB-C699577C604D}"/>
              </a:ext>
            </a:extLst>
          </p:cNvPr>
          <p:cNvCxnSpPr/>
          <p:nvPr/>
        </p:nvCxnSpPr>
        <p:spPr>
          <a:xfrm rot="10800000" flipV="1">
            <a:off x="4809744" y="2414016"/>
            <a:ext cx="4050792" cy="3319272"/>
          </a:xfrm>
          <a:prstGeom prst="bentConnector3">
            <a:avLst>
              <a:gd name="adj1" fmla="val -7336"/>
            </a:avLst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0C4AB4F9-AF87-EC87-62CC-4B1856881804}"/>
              </a:ext>
            </a:extLst>
          </p:cNvPr>
          <p:cNvSpPr/>
          <p:nvPr/>
        </p:nvSpPr>
        <p:spPr>
          <a:xfrm>
            <a:off x="4277759" y="5550408"/>
            <a:ext cx="440545" cy="3588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A312070-F08E-7DC1-DD8E-7C115B3548FC}"/>
              </a:ext>
            </a:extLst>
          </p:cNvPr>
          <p:cNvCxnSpPr/>
          <p:nvPr/>
        </p:nvCxnSpPr>
        <p:spPr>
          <a:xfrm>
            <a:off x="2506545" y="5845240"/>
            <a:ext cx="49225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BAF086E4-A47D-1167-967D-B6A72ADB22ED}"/>
              </a:ext>
            </a:extLst>
          </p:cNvPr>
          <p:cNvSpPr txBox="1"/>
          <p:nvPr/>
        </p:nvSpPr>
        <p:spPr>
          <a:xfrm>
            <a:off x="9302279" y="3291960"/>
            <a:ext cx="18875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kern="100" dirty="0">
                <a:latin typeface="DengXian" panose="02010600030101010101" pitchFamily="2" charset="-122"/>
                <a:cs typeface="Times New Roman" panose="02020603050405020304" pitchFamily="18" charset="0"/>
              </a:rPr>
              <a:t>approximately 2 times the</a:t>
            </a:r>
            <a:r>
              <a:rPr lang="en-US" altLang="zh-HK" kern="100" dirty="0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HK" b="1" kern="100" dirty="0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average value</a:t>
            </a:r>
            <a:endParaRPr lang="zh-HK" altLang="en-US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C61E330-D6A8-AEBF-DCC9-536CB5D05220}"/>
              </a:ext>
            </a:extLst>
          </p:cNvPr>
          <p:cNvSpPr txBox="1"/>
          <p:nvPr/>
        </p:nvSpPr>
        <p:spPr>
          <a:xfrm>
            <a:off x="2167346" y="5992368"/>
            <a:ext cx="72784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Insight</a:t>
            </a:r>
            <a:r>
              <a:rPr lang="en-US" altLang="zh-HK" sz="2000" dirty="0"/>
              <a:t>: </a:t>
            </a:r>
            <a:r>
              <a:rPr lang="en-US" altLang="zh-HK" sz="2000" kern="1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Reflect that different </a:t>
            </a:r>
            <a:r>
              <a:rPr lang="en-US" altLang="zh-HK" sz="20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</a:t>
            </a:r>
            <a:r>
              <a:rPr lang="en-US" altLang="zh-HK" sz="2000" kern="1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of music may exhibit differences   	in the distribution of high frequency energy. </a:t>
            </a:r>
            <a:endParaRPr lang="zh-HK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3165042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9D5BD70-E9FF-8A0C-D3DD-258C9516BC31}"/>
              </a:ext>
            </a:extLst>
          </p:cNvPr>
          <p:cNvSpPr txBox="1"/>
          <p:nvPr/>
        </p:nvSpPr>
        <p:spPr>
          <a:xfrm>
            <a:off x="644434" y="548641"/>
            <a:ext cx="34224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Action Recommendations :</a:t>
            </a:r>
            <a:endParaRPr lang="zh-HK" altLang="en-US" sz="20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6916DB7-47A0-0A5D-24E6-55EA7E68CA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725" y="1802675"/>
            <a:ext cx="4923612" cy="308521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587F70B-7255-67E8-118F-4ADFCDA5156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805" b="1805"/>
          <a:stretch>
            <a:fillRect/>
          </a:stretch>
        </p:blipFill>
        <p:spPr>
          <a:xfrm>
            <a:off x="6461766" y="1818045"/>
            <a:ext cx="4855168" cy="306984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1142180-38A1-8145-6481-8D7C6D7E8D6B}"/>
              </a:ext>
            </a:extLst>
          </p:cNvPr>
          <p:cNvSpPr txBox="1"/>
          <p:nvPr/>
        </p:nvSpPr>
        <p:spPr>
          <a:xfrm>
            <a:off x="1837508" y="5055326"/>
            <a:ext cx="26386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1800" kern="1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smart mixing plugins </a:t>
            </a:r>
            <a:endParaRPr lang="zh-HK" altLang="en-US" dirty="0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BFA47D02-C3C1-DF3F-368A-E0BF26CBCF44}"/>
              </a:ext>
            </a:extLst>
          </p:cNvPr>
          <p:cNvSpPr/>
          <p:nvPr/>
        </p:nvSpPr>
        <p:spPr>
          <a:xfrm>
            <a:off x="5721531" y="2891245"/>
            <a:ext cx="661851" cy="44413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E87DC4-6FAF-A506-05EC-8D01ECDAC270}"/>
              </a:ext>
            </a:extLst>
          </p:cNvPr>
          <p:cNvSpPr txBox="1"/>
          <p:nvPr/>
        </p:nvSpPr>
        <p:spPr>
          <a:xfrm>
            <a:off x="6751320" y="5044309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1800" kern="1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equalizer and compressor</a:t>
            </a:r>
            <a:r>
              <a:rPr lang="en-US" altLang="zh-HK" kern="100" dirty="0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parameter</a:t>
            </a:r>
            <a:r>
              <a:rPr lang="en-US" altLang="zh-HK" sz="1800" kern="1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HK" kern="100" dirty="0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settings</a:t>
            </a:r>
            <a:endParaRPr lang="zh-HK" altLang="en-US" dirty="0"/>
          </a:p>
        </p:txBody>
      </p:sp>
    </p:spTree>
    <p:extLst>
      <p:ext uri="{BB962C8B-B14F-4D97-AF65-F5344CB8AC3E}">
        <p14:creationId xmlns:p14="http://schemas.microsoft.com/office/powerpoint/2010/main" val="19273629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83B29F7-3E22-2027-0F9A-FFC32FB6A04A}"/>
              </a:ext>
            </a:extLst>
          </p:cNvPr>
          <p:cNvSpPr txBox="1"/>
          <p:nvPr/>
        </p:nvSpPr>
        <p:spPr>
          <a:xfrm>
            <a:off x="644434" y="548641"/>
            <a:ext cx="22903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Second Chart:</a:t>
            </a:r>
            <a:endParaRPr lang="zh-HK" altLang="en-US" sz="20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D4766F-BEFD-0094-DF93-F409BBD5353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522" t="-205" b="9390"/>
          <a:stretch>
            <a:fillRect/>
          </a:stretch>
        </p:blipFill>
        <p:spPr>
          <a:xfrm>
            <a:off x="644434" y="1009711"/>
            <a:ext cx="6773892" cy="41196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EDE5040-357F-FE5B-61F6-F30C516A93F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77" t="90293" r="42541" b="464"/>
          <a:stretch>
            <a:fillRect/>
          </a:stretch>
        </p:blipFill>
        <p:spPr>
          <a:xfrm>
            <a:off x="644433" y="5315294"/>
            <a:ext cx="6542611" cy="71103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61C88D1-0C01-4114-E5FF-B89D66EC8DA2}"/>
              </a:ext>
            </a:extLst>
          </p:cNvPr>
          <p:cNvSpPr txBox="1"/>
          <p:nvPr/>
        </p:nvSpPr>
        <p:spPr>
          <a:xfrm>
            <a:off x="7693237" y="1009711"/>
            <a:ext cx="41939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kern="100" dirty="0">
                <a:latin typeface="DengXian" panose="02010600030101010101" pitchFamily="2" charset="-122"/>
                <a:cs typeface="Times New Roman" panose="02020603050405020304" pitchFamily="18" charset="0"/>
              </a:rPr>
              <a:t>Tool</a:t>
            </a:r>
            <a:r>
              <a:rPr lang="en-US" altLang="zh-HK" sz="2000" kern="100" dirty="0">
                <a:latin typeface="DengXian" panose="02010600030101010101" pitchFamily="2" charset="-122"/>
                <a:cs typeface="Times New Roman" panose="02020603050405020304" pitchFamily="18" charset="0"/>
              </a:rPr>
              <a:t>: </a:t>
            </a:r>
            <a:r>
              <a:rPr lang="en-US" altLang="zh-HK" sz="2000" kern="1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HK" sz="20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</a:t>
            </a:r>
            <a:r>
              <a:rPr lang="en-US" altLang="zh-HK" sz="2000" kern="1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and scatter plots </a:t>
            </a:r>
            <a:endParaRPr lang="en-US" altLang="zh-HK" sz="2000" kern="100" dirty="0">
              <a:latin typeface="DengXia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HK" sz="2000" b="1" kern="100" dirty="0">
                <a:latin typeface="DengXian" panose="02010600030101010101" pitchFamily="2" charset="-122"/>
                <a:cs typeface="Times New Roman" panose="02020603050405020304" pitchFamily="18" charset="0"/>
              </a:rPr>
              <a:t>Target</a:t>
            </a:r>
            <a:r>
              <a:rPr lang="en-US" altLang="zh-HK" sz="2000" kern="100" dirty="0">
                <a:latin typeface="DengXian" panose="02010600030101010101" pitchFamily="2" charset="-122"/>
                <a:cs typeface="Times New Roman" panose="02020603050405020304" pitchFamily="18" charset="0"/>
              </a:rPr>
              <a:t>: </a:t>
            </a:r>
            <a:r>
              <a:rPr lang="en-US" altLang="zh-HK" sz="2000" kern="100" dirty="0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HK" sz="2000" kern="1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nalyze music type clustering</a:t>
            </a:r>
            <a:endParaRPr lang="zh-HK" altLang="en-US" sz="20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1CCDBE2-276D-650E-FB56-D9F1F0F56A06}"/>
              </a:ext>
            </a:extLst>
          </p:cNvPr>
          <p:cNvSpPr/>
          <p:nvPr/>
        </p:nvSpPr>
        <p:spPr>
          <a:xfrm>
            <a:off x="5434148" y="5712825"/>
            <a:ext cx="1576251" cy="27867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60B904F-9CB5-3807-387B-5831EB10CC43}"/>
              </a:ext>
            </a:extLst>
          </p:cNvPr>
          <p:cNvSpPr txBox="1"/>
          <p:nvPr/>
        </p:nvSpPr>
        <p:spPr>
          <a:xfrm>
            <a:off x="3430219" y="6239197"/>
            <a:ext cx="43190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1800" kern="1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explain half of the variation in original data</a:t>
            </a:r>
            <a:endParaRPr lang="zh-HK" altLang="en-US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97DA839-3FFC-3583-B2B4-DAB4F41DB661}"/>
              </a:ext>
            </a:extLst>
          </p:cNvPr>
          <p:cNvCxnSpPr>
            <a:cxnSpLocks/>
          </p:cNvCxnSpPr>
          <p:nvPr/>
        </p:nvCxnSpPr>
        <p:spPr>
          <a:xfrm flipH="1">
            <a:off x="6187439" y="5991499"/>
            <a:ext cx="1" cy="322215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53422582-A2D6-AB27-E8AA-5B7181DCB812}"/>
              </a:ext>
            </a:extLst>
          </p:cNvPr>
          <p:cNvSpPr/>
          <p:nvPr/>
        </p:nvSpPr>
        <p:spPr>
          <a:xfrm>
            <a:off x="1001485" y="3429000"/>
            <a:ext cx="1789611" cy="1469574"/>
          </a:xfrm>
          <a:prstGeom prst="ellipse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1AC33FA-B94F-5D3E-3FD8-8B87585F4631}"/>
              </a:ext>
            </a:extLst>
          </p:cNvPr>
          <p:cNvSpPr/>
          <p:nvPr/>
        </p:nvSpPr>
        <p:spPr>
          <a:xfrm>
            <a:off x="1523999" y="1313411"/>
            <a:ext cx="1288870" cy="1630086"/>
          </a:xfrm>
          <a:prstGeom prst="ellipse">
            <a:avLst/>
          </a:prstGeom>
          <a:noFill/>
          <a:ln w="381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38484CF-78C1-260C-3072-03B165ACBFFA}"/>
              </a:ext>
            </a:extLst>
          </p:cNvPr>
          <p:cNvCxnSpPr>
            <a:cxnSpLocks/>
          </p:cNvCxnSpPr>
          <p:nvPr/>
        </p:nvCxnSpPr>
        <p:spPr>
          <a:xfrm flipH="1">
            <a:off x="2801983" y="1614240"/>
            <a:ext cx="3964577" cy="2715230"/>
          </a:xfrm>
          <a:prstGeom prst="straightConnector1">
            <a:avLst/>
          </a:prstGeom>
          <a:ln w="5715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BDD76639-613A-A2F9-BA0B-3C700B41CDCD}"/>
              </a:ext>
            </a:extLst>
          </p:cNvPr>
          <p:cNvCxnSpPr>
            <a:cxnSpLocks/>
          </p:cNvCxnSpPr>
          <p:nvPr/>
        </p:nvCxnSpPr>
        <p:spPr>
          <a:xfrm flipH="1" flipV="1">
            <a:off x="2812869" y="1924594"/>
            <a:ext cx="3953691" cy="409303"/>
          </a:xfrm>
          <a:prstGeom prst="straightConnector1">
            <a:avLst/>
          </a:prstGeom>
          <a:ln w="57150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12EFC2E6-87C7-B6F1-A877-4EA45FAD33D9}"/>
              </a:ext>
            </a:extLst>
          </p:cNvPr>
          <p:cNvSpPr txBox="1"/>
          <p:nvPr/>
        </p:nvSpPr>
        <p:spPr>
          <a:xfrm>
            <a:off x="7693237" y="3519905"/>
            <a:ext cx="446887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Insight</a:t>
            </a:r>
            <a:r>
              <a:rPr lang="en-US" altLang="zh-HK" sz="2000" dirty="0"/>
              <a:t>: </a:t>
            </a:r>
            <a:r>
              <a:rPr lang="en-US" altLang="zh-HK" sz="2000" kern="100" dirty="0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en-US" altLang="zh-HK" sz="2000" kern="1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hows clear structural separation between music types in the acoustic feature space. </a:t>
            </a:r>
          </a:p>
          <a:p>
            <a:r>
              <a:rPr lang="en-US" altLang="zh-HK" sz="2000" kern="1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And adjacent clusters reflect similar acoustic properties and musical styles. </a:t>
            </a:r>
            <a:endParaRPr lang="zh-HK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7319530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3C4A330-E95B-71B4-415D-6AD536E0E958}"/>
              </a:ext>
            </a:extLst>
          </p:cNvPr>
          <p:cNvSpPr txBox="1"/>
          <p:nvPr/>
        </p:nvSpPr>
        <p:spPr>
          <a:xfrm>
            <a:off x="644434" y="548641"/>
            <a:ext cx="34224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Action Recommendations :</a:t>
            </a:r>
            <a:endParaRPr lang="zh-HK" altLang="en-US" sz="20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2C9394-8F7A-C02A-5DC2-AD8E23146D4F}"/>
              </a:ext>
            </a:extLst>
          </p:cNvPr>
          <p:cNvSpPr txBox="1"/>
          <p:nvPr/>
        </p:nvSpPr>
        <p:spPr>
          <a:xfrm>
            <a:off x="4188823" y="574096"/>
            <a:ext cx="34834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1800" kern="1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music recommendation</a:t>
            </a:r>
            <a:endParaRPr lang="zh-HK" alt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7ED111A-59BA-411B-A9CF-6F9C80918A6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894" t="6306" r="14965" b="15367"/>
          <a:stretch>
            <a:fillRect/>
          </a:stretch>
        </p:blipFill>
        <p:spPr>
          <a:xfrm>
            <a:off x="2151018" y="1757056"/>
            <a:ext cx="6514011" cy="440019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120EDB8-1C27-1DC8-8A16-5ACB97D7ED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5279" y="2601038"/>
            <a:ext cx="1652335" cy="38130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7D51FD2-AB80-0234-77A3-78799D0D893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3976" b="1"/>
          <a:stretch>
            <a:fillRect/>
          </a:stretch>
        </p:blipFill>
        <p:spPr>
          <a:xfrm>
            <a:off x="9718823" y="3180498"/>
            <a:ext cx="1440497" cy="381308"/>
          </a:xfrm>
          <a:prstGeom prst="rect">
            <a:avLst/>
          </a:prstGeom>
        </p:spPr>
      </p:pic>
      <p:sp>
        <p:nvSpPr>
          <p:cNvPr id="19" name="Oval 18">
            <a:extLst>
              <a:ext uri="{FF2B5EF4-FFF2-40B4-BE49-F238E27FC236}">
                <a16:creationId xmlns:a16="http://schemas.microsoft.com/office/drawing/2014/main" id="{3E674933-DFC9-F840-A2E1-22F3379CD647}"/>
              </a:ext>
            </a:extLst>
          </p:cNvPr>
          <p:cNvSpPr/>
          <p:nvPr/>
        </p:nvSpPr>
        <p:spPr>
          <a:xfrm>
            <a:off x="6011092" y="2982346"/>
            <a:ext cx="1722120" cy="160707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8A4D10B-6084-C7A8-5731-307C6D4C5C1E}"/>
              </a:ext>
            </a:extLst>
          </p:cNvPr>
          <p:cNvSpPr/>
          <p:nvPr/>
        </p:nvSpPr>
        <p:spPr>
          <a:xfrm>
            <a:off x="3352800" y="2464526"/>
            <a:ext cx="1846216" cy="120178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25758A2-9792-1249-5F2E-327D60064603}"/>
              </a:ext>
            </a:extLst>
          </p:cNvPr>
          <p:cNvSpPr/>
          <p:nvPr/>
        </p:nvSpPr>
        <p:spPr>
          <a:xfrm>
            <a:off x="6095999" y="2962726"/>
            <a:ext cx="2569029" cy="1607071"/>
          </a:xfrm>
          <a:prstGeom prst="ellipse">
            <a:avLst/>
          </a:prstGeom>
          <a:noFill/>
          <a:ln w="38100">
            <a:solidFill>
              <a:srgbClr val="F874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0308785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graph of error&#10;&#10;AI-generated content may be incorrect.">
            <a:extLst>
              <a:ext uri="{FF2B5EF4-FFF2-40B4-BE49-F238E27FC236}">
                <a16:creationId xmlns:a16="http://schemas.microsoft.com/office/drawing/2014/main" id="{1ADF3CD3-A31E-4440-9397-F0A857C1E9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647" y="1135440"/>
            <a:ext cx="4636716" cy="423774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8FCA403-FFBC-1C45-2252-E0AC1F8AAEE6}"/>
              </a:ext>
            </a:extLst>
          </p:cNvPr>
          <p:cNvSpPr txBox="1"/>
          <p:nvPr/>
        </p:nvSpPr>
        <p:spPr>
          <a:xfrm>
            <a:off x="644434" y="548641"/>
            <a:ext cx="22903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Third Chart:</a:t>
            </a:r>
            <a:endParaRPr lang="zh-HK" altLang="en-US" sz="20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AD1AFB-1720-12FA-5D26-ADD3E89BC4D2}"/>
              </a:ext>
            </a:extLst>
          </p:cNvPr>
          <p:cNvSpPr txBox="1"/>
          <p:nvPr/>
        </p:nvSpPr>
        <p:spPr>
          <a:xfrm>
            <a:off x="5599611" y="1135440"/>
            <a:ext cx="60102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kern="100" dirty="0">
                <a:latin typeface="DengXian" panose="02010600030101010101" pitchFamily="2" charset="-122"/>
                <a:cs typeface="Times New Roman" panose="02020603050405020304" pitchFamily="18" charset="0"/>
              </a:rPr>
              <a:t>Tool</a:t>
            </a:r>
            <a:r>
              <a:rPr lang="en-US" altLang="zh-HK" sz="2000" kern="100" dirty="0">
                <a:latin typeface="DengXian" panose="02010600030101010101" pitchFamily="2" charset="-122"/>
                <a:cs typeface="Times New Roman" panose="02020603050405020304" pitchFamily="18" charset="0"/>
              </a:rPr>
              <a:t>: </a:t>
            </a:r>
            <a:r>
              <a:rPr lang="en-US" altLang="zh-HK" sz="2000" kern="100" dirty="0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HK" sz="200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onfusion matrix </a:t>
            </a:r>
            <a:endParaRPr lang="en-US" altLang="zh-HK" sz="2000" kern="100" dirty="0">
              <a:latin typeface="DengXia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HK" sz="2000" b="1" kern="100" dirty="0">
                <a:latin typeface="DengXian" panose="02010600030101010101" pitchFamily="2" charset="-122"/>
                <a:cs typeface="Times New Roman" panose="02020603050405020304" pitchFamily="18" charset="0"/>
              </a:rPr>
              <a:t>Target</a:t>
            </a:r>
            <a:r>
              <a:rPr lang="en-US" altLang="zh-HK" sz="2000" kern="100" dirty="0">
                <a:latin typeface="DengXian" panose="02010600030101010101" pitchFamily="2" charset="-122"/>
                <a:cs typeface="Times New Roman" panose="02020603050405020304" pitchFamily="18" charset="0"/>
              </a:rPr>
              <a:t>: </a:t>
            </a:r>
            <a:r>
              <a:rPr lang="en-US" altLang="zh-HK" sz="2000" kern="100" dirty="0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HK" sz="200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dentify frequent misclassification patterns</a:t>
            </a:r>
            <a:endParaRPr lang="zh-HK" altLang="en-US" sz="20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FF95BCA-2BB0-F0A4-7D1B-CB24FE0772E7}"/>
              </a:ext>
            </a:extLst>
          </p:cNvPr>
          <p:cNvSpPr/>
          <p:nvPr/>
        </p:nvSpPr>
        <p:spPr>
          <a:xfrm>
            <a:off x="2969625" y="5138054"/>
            <a:ext cx="339634" cy="28738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4555A08-4319-BD3E-6925-C3E8CBF5B2EA}"/>
              </a:ext>
            </a:extLst>
          </p:cNvPr>
          <p:cNvSpPr/>
          <p:nvPr/>
        </p:nvSpPr>
        <p:spPr>
          <a:xfrm>
            <a:off x="2481943" y="2277288"/>
            <a:ext cx="296089" cy="3178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63E0E6A-4145-5887-4952-B73B60340888}"/>
              </a:ext>
            </a:extLst>
          </p:cNvPr>
          <p:cNvCxnSpPr>
            <a:cxnSpLocks/>
          </p:cNvCxnSpPr>
          <p:nvPr/>
        </p:nvCxnSpPr>
        <p:spPr>
          <a:xfrm>
            <a:off x="2629992" y="2621212"/>
            <a:ext cx="0" cy="199433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79D14B1-F1B7-0D56-9439-641C97386C07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1297577" y="2436220"/>
            <a:ext cx="1184366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8A7CFA1B-D8F1-C98A-0524-3D99EA97FF80}"/>
              </a:ext>
            </a:extLst>
          </p:cNvPr>
          <p:cNvSpPr txBox="1"/>
          <p:nvPr/>
        </p:nvSpPr>
        <p:spPr>
          <a:xfrm>
            <a:off x="5599610" y="1837500"/>
            <a:ext cx="571282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Insight</a:t>
            </a:r>
            <a:r>
              <a:rPr lang="en-US" altLang="zh-HK" sz="2000" dirty="0"/>
              <a:t>: </a:t>
            </a:r>
            <a:r>
              <a:rPr lang="en-US" altLang="zh-HK" sz="200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Music types that are easily confused have 	relatively high acoustic similarity. 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25CE805B-4A15-0C0B-7516-01300122672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894" t="6306" r="14965" b="15367"/>
          <a:stretch>
            <a:fillRect/>
          </a:stretch>
        </p:blipFill>
        <p:spPr>
          <a:xfrm>
            <a:off x="5599610" y="2712886"/>
            <a:ext cx="4118702" cy="278216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BF6AFAD-6746-50A2-04F8-E44179FD92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96688" y="3203903"/>
            <a:ext cx="1407866" cy="324892"/>
          </a:xfrm>
          <a:prstGeom prst="rect">
            <a:avLst/>
          </a:prstGeom>
        </p:spPr>
      </p:pic>
      <p:sp>
        <p:nvSpPr>
          <p:cNvPr id="24" name="Oval 23">
            <a:extLst>
              <a:ext uri="{FF2B5EF4-FFF2-40B4-BE49-F238E27FC236}">
                <a16:creationId xmlns:a16="http://schemas.microsoft.com/office/drawing/2014/main" id="{6C3531DE-8036-BB87-49C7-C2B770610664}"/>
              </a:ext>
            </a:extLst>
          </p:cNvPr>
          <p:cNvSpPr/>
          <p:nvPr/>
        </p:nvSpPr>
        <p:spPr>
          <a:xfrm>
            <a:off x="8038550" y="3631474"/>
            <a:ext cx="1094327" cy="923109"/>
          </a:xfrm>
          <a:prstGeom prst="ellipse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F42EDC57-60A0-30A4-AE4D-1B1231167672}"/>
              </a:ext>
            </a:extLst>
          </p:cNvPr>
          <p:cNvSpPr/>
          <p:nvPr/>
        </p:nvSpPr>
        <p:spPr>
          <a:xfrm>
            <a:off x="6424993" y="3129132"/>
            <a:ext cx="1162108" cy="831806"/>
          </a:xfrm>
          <a:prstGeom prst="ellipse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6D1062BF-293B-E4B1-58A5-31F023CE2057}"/>
              </a:ext>
            </a:extLst>
          </p:cNvPr>
          <p:cNvSpPr/>
          <p:nvPr/>
        </p:nvSpPr>
        <p:spPr>
          <a:xfrm>
            <a:off x="7936357" y="3534219"/>
            <a:ext cx="1094327" cy="923109"/>
          </a:xfrm>
          <a:prstGeom prst="ellipse">
            <a:avLst/>
          </a:prstGeom>
          <a:noFill/>
          <a:ln w="127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678B20C2-0B2C-D014-C14E-B89CEF42B1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64401" y="3602259"/>
            <a:ext cx="1287070" cy="324892"/>
          </a:xfrm>
          <a:prstGeom prst="rect">
            <a:avLst/>
          </a:prstGeom>
        </p:spPr>
      </p:pic>
      <p:sp>
        <p:nvSpPr>
          <p:cNvPr id="30" name="Oval 29">
            <a:extLst>
              <a:ext uri="{FF2B5EF4-FFF2-40B4-BE49-F238E27FC236}">
                <a16:creationId xmlns:a16="http://schemas.microsoft.com/office/drawing/2014/main" id="{6BC28262-1816-E6B6-957F-EB50A4CEB8E1}"/>
              </a:ext>
            </a:extLst>
          </p:cNvPr>
          <p:cNvSpPr/>
          <p:nvPr/>
        </p:nvSpPr>
        <p:spPr>
          <a:xfrm>
            <a:off x="6322799" y="3120559"/>
            <a:ext cx="1162109" cy="840379"/>
          </a:xfrm>
          <a:prstGeom prst="ellipse">
            <a:avLst/>
          </a:prstGeom>
          <a:noFill/>
          <a:ln w="127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8BE46F2-0897-0114-B295-C6178670E30A}"/>
              </a:ext>
            </a:extLst>
          </p:cNvPr>
          <p:cNvSpPr txBox="1"/>
          <p:nvPr/>
        </p:nvSpPr>
        <p:spPr>
          <a:xfrm>
            <a:off x="420647" y="5567346"/>
            <a:ext cx="49551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b="1" dirty="0"/>
              <a:t>0 error</a:t>
            </a:r>
            <a:r>
              <a:rPr lang="en-US" altLang="zh-HK" dirty="0"/>
              <a:t>: </a:t>
            </a:r>
            <a:r>
              <a:rPr lang="en-US" altLang="zh-HK" dirty="0">
                <a:latin typeface="Times New Roman" panose="02020603050405020304" pitchFamily="18" charset="0"/>
                <a:ea typeface="DengXian" panose="02010600030101010101" pitchFamily="2" charset="-122"/>
              </a:rPr>
              <a:t> shows its uniqueness of acoustic features</a:t>
            </a:r>
            <a:endParaRPr lang="zh-HK" altLang="en-US" dirty="0"/>
          </a:p>
        </p:txBody>
      </p:sp>
    </p:spTree>
    <p:extLst>
      <p:ext uri="{BB962C8B-B14F-4D97-AF65-F5344CB8AC3E}">
        <p14:creationId xmlns:p14="http://schemas.microsoft.com/office/powerpoint/2010/main" val="14839800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1060944-441C-F74B-CD00-18018A53CB4F}"/>
              </a:ext>
            </a:extLst>
          </p:cNvPr>
          <p:cNvSpPr txBox="1"/>
          <p:nvPr/>
        </p:nvSpPr>
        <p:spPr>
          <a:xfrm>
            <a:off x="644434" y="548641"/>
            <a:ext cx="34224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Action Recommendations :</a:t>
            </a:r>
            <a:endParaRPr lang="zh-HK" altLang="en-US" sz="20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EB0670-016A-747C-A484-3373D278E679}"/>
              </a:ext>
            </a:extLst>
          </p:cNvPr>
          <p:cNvSpPr txBox="1"/>
          <p:nvPr/>
        </p:nvSpPr>
        <p:spPr>
          <a:xfrm>
            <a:off x="4206240" y="557350"/>
            <a:ext cx="20639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180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stylistic fusion</a:t>
            </a:r>
            <a:endParaRPr lang="zh-HK" alt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4E63BEA-9247-4427-059D-A0F2E082BF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35" t="1963" r="3347"/>
          <a:stretch>
            <a:fillRect/>
          </a:stretch>
        </p:blipFill>
        <p:spPr>
          <a:xfrm>
            <a:off x="557348" y="1458410"/>
            <a:ext cx="3883324" cy="386252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29B7093-FF89-EC5D-59A2-B2D5558744D9}"/>
              </a:ext>
            </a:extLst>
          </p:cNvPr>
          <p:cNvSpPr txBox="1"/>
          <p:nvPr/>
        </p:nvSpPr>
        <p:spPr>
          <a:xfrm>
            <a:off x="1850571" y="5483334"/>
            <a:ext cx="19376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180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Easy to fusion</a:t>
            </a:r>
            <a:endParaRPr lang="zh-HK" altLang="en-US" dirty="0"/>
          </a:p>
        </p:txBody>
      </p:sp>
      <p:pic>
        <p:nvPicPr>
          <p:cNvPr id="12" name="Picture 11" descr="A graph of error&#10;&#10;AI-generated content may be incorrect.">
            <a:extLst>
              <a:ext uri="{FF2B5EF4-FFF2-40B4-BE49-F238E27FC236}">
                <a16:creationId xmlns:a16="http://schemas.microsoft.com/office/drawing/2014/main" id="{52734400-E8C7-9161-9A80-D977EEFE48B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40" t="4427" r="15727" b="10797"/>
          <a:stretch>
            <a:fillRect/>
          </a:stretch>
        </p:blipFill>
        <p:spPr>
          <a:xfrm>
            <a:off x="5913119" y="1458409"/>
            <a:ext cx="3883324" cy="3850947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FD3CC74-D460-D1CE-2AE5-21A28C75265F}"/>
              </a:ext>
            </a:extLst>
          </p:cNvPr>
          <p:cNvSpPr/>
          <p:nvPr/>
        </p:nvSpPr>
        <p:spPr>
          <a:xfrm>
            <a:off x="8142526" y="2486300"/>
            <a:ext cx="296089" cy="3178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47036D6-2A57-96CD-1EFE-24CA335924EF}"/>
              </a:ext>
            </a:extLst>
          </p:cNvPr>
          <p:cNvCxnSpPr>
            <a:cxnSpLocks/>
          </p:cNvCxnSpPr>
          <p:nvPr/>
        </p:nvCxnSpPr>
        <p:spPr>
          <a:xfrm>
            <a:off x="6548859" y="2653941"/>
            <a:ext cx="1593667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E98634D-CDB4-D5E7-6C38-70EEA8650A99}"/>
              </a:ext>
            </a:extLst>
          </p:cNvPr>
          <p:cNvCxnSpPr>
            <a:cxnSpLocks/>
          </p:cNvCxnSpPr>
          <p:nvPr/>
        </p:nvCxnSpPr>
        <p:spPr>
          <a:xfrm>
            <a:off x="8281872" y="2812804"/>
            <a:ext cx="0" cy="210753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4BAA07FE-DB3C-2523-EA28-67DDD18D0F17}"/>
              </a:ext>
            </a:extLst>
          </p:cNvPr>
          <p:cNvSpPr txBox="1"/>
          <p:nvPr/>
        </p:nvSpPr>
        <p:spPr>
          <a:xfrm>
            <a:off x="7095325" y="5483334"/>
            <a:ext cx="21967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180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Challenge to fusion</a:t>
            </a:r>
            <a:endParaRPr lang="zh-HK" altLang="en-US" dirty="0"/>
          </a:p>
        </p:txBody>
      </p:sp>
    </p:spTree>
    <p:extLst>
      <p:ext uri="{BB962C8B-B14F-4D97-AF65-F5344CB8AC3E}">
        <p14:creationId xmlns:p14="http://schemas.microsoft.com/office/powerpoint/2010/main" val="42400545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64CAA70-B4B6-88CA-F77B-1A68D0BCE679}"/>
              </a:ext>
            </a:extLst>
          </p:cNvPr>
          <p:cNvSpPr txBox="1"/>
          <p:nvPr/>
        </p:nvSpPr>
        <p:spPr>
          <a:xfrm>
            <a:off x="644434" y="548641"/>
            <a:ext cx="22903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Fourth Chart:</a:t>
            </a:r>
            <a:endParaRPr lang="zh-HK" altLang="en-US" sz="20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DA498B0-FDBA-8EDA-C743-D039485A4B3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456" r="3793"/>
          <a:stretch>
            <a:fillRect/>
          </a:stretch>
        </p:blipFill>
        <p:spPr>
          <a:xfrm>
            <a:off x="2429690" y="1911872"/>
            <a:ext cx="5416733" cy="351792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03AC147-0A8A-0366-8C24-B05E2401F0DB}"/>
              </a:ext>
            </a:extLst>
          </p:cNvPr>
          <p:cNvSpPr txBox="1"/>
          <p:nvPr/>
        </p:nvSpPr>
        <p:spPr>
          <a:xfrm>
            <a:off x="2429690" y="1041401"/>
            <a:ext cx="68971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kern="100" dirty="0">
                <a:latin typeface="DengXian" panose="02010600030101010101" pitchFamily="2" charset="-122"/>
                <a:cs typeface="Times New Roman" panose="02020603050405020304" pitchFamily="18" charset="0"/>
              </a:rPr>
              <a:t>Tool</a:t>
            </a:r>
            <a:r>
              <a:rPr lang="en-US" altLang="zh-HK" sz="2000" kern="100" dirty="0">
                <a:latin typeface="DengXian" panose="02010600030101010101" pitchFamily="2" charset="-122"/>
                <a:cs typeface="Times New Roman" panose="02020603050405020304" pitchFamily="18" charset="0"/>
              </a:rPr>
              <a:t>: </a:t>
            </a:r>
            <a:r>
              <a:rPr lang="en-US" altLang="zh-HK" sz="2000" kern="100" dirty="0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HK" sz="2000" kern="1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orrelation analysis and bar charts</a:t>
            </a:r>
            <a:endParaRPr lang="en-US" altLang="zh-HK" sz="2000" kern="100" dirty="0">
              <a:latin typeface="DengXia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HK" sz="2000" b="1" kern="100" dirty="0">
                <a:latin typeface="DengXian" panose="02010600030101010101" pitchFamily="2" charset="-122"/>
                <a:cs typeface="Times New Roman" panose="02020603050405020304" pitchFamily="18" charset="0"/>
              </a:rPr>
              <a:t>Target</a:t>
            </a:r>
            <a:r>
              <a:rPr lang="en-US" altLang="zh-HK" sz="2000" kern="100" dirty="0">
                <a:latin typeface="DengXian" panose="02010600030101010101" pitchFamily="2" charset="-122"/>
                <a:cs typeface="Times New Roman" panose="02020603050405020304" pitchFamily="18" charset="0"/>
              </a:rPr>
              <a:t>: </a:t>
            </a:r>
            <a:r>
              <a:rPr lang="en-US" altLang="zh-HK" sz="2000" kern="100" dirty="0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HK" sz="2000" kern="1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valuate how acoustic features stimulate human hearing</a:t>
            </a:r>
            <a:endParaRPr lang="zh-HK" altLang="en-US" sz="20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C93FB9-B4D9-264B-F7EE-5DF36D7DE856}"/>
              </a:ext>
            </a:extLst>
          </p:cNvPr>
          <p:cNvSpPr/>
          <p:nvPr/>
        </p:nvSpPr>
        <p:spPr>
          <a:xfrm>
            <a:off x="7323910" y="2177141"/>
            <a:ext cx="383175" cy="31351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F81F27-3587-C301-6DED-D79C6A2EA6EF}"/>
              </a:ext>
            </a:extLst>
          </p:cNvPr>
          <p:cNvSpPr txBox="1"/>
          <p:nvPr/>
        </p:nvSpPr>
        <p:spPr>
          <a:xfrm>
            <a:off x="7950925" y="2114394"/>
            <a:ext cx="21597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1800" kern="1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the highest </a:t>
            </a:r>
            <a:r>
              <a:rPr lang="en-US" altLang="zh-HK" sz="1800" b="1" kern="1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r value</a:t>
            </a:r>
            <a:endParaRPr lang="zh-HK" altLang="en-US" b="1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2949E8A-40DA-3F69-9CE6-EE55095FB68A}"/>
              </a:ext>
            </a:extLst>
          </p:cNvPr>
          <p:cNvCxnSpPr>
            <a:cxnSpLocks/>
          </p:cNvCxnSpPr>
          <p:nvPr/>
        </p:nvCxnSpPr>
        <p:spPr>
          <a:xfrm>
            <a:off x="7707085" y="2299060"/>
            <a:ext cx="243841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Arrow: Bent 19">
            <a:extLst>
              <a:ext uri="{FF2B5EF4-FFF2-40B4-BE49-F238E27FC236}">
                <a16:creationId xmlns:a16="http://schemas.microsoft.com/office/drawing/2014/main" id="{CB02E65B-142F-CB6E-7D72-1D1B1D5F8EB1}"/>
              </a:ext>
            </a:extLst>
          </p:cNvPr>
          <p:cNvSpPr/>
          <p:nvPr/>
        </p:nvSpPr>
        <p:spPr>
          <a:xfrm>
            <a:off x="5316586" y="2451460"/>
            <a:ext cx="2185853" cy="2542906"/>
          </a:xfrm>
          <a:prstGeom prst="bentArrow">
            <a:avLst>
              <a:gd name="adj1" fmla="val 4114"/>
              <a:gd name="adj2" fmla="val 6945"/>
              <a:gd name="adj3" fmla="val 16633"/>
              <a:gd name="adj4" fmla="val 43750"/>
            </a:avLst>
          </a:prstGeom>
          <a:solidFill>
            <a:schemeClr val="bg1">
              <a:lumMod val="95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CEC5AC5-AF0F-DB53-C21A-42D70DCB8AD9}"/>
              </a:ext>
            </a:extLst>
          </p:cNvPr>
          <p:cNvSpPr txBox="1"/>
          <p:nvPr/>
        </p:nvSpPr>
        <p:spPr>
          <a:xfrm>
            <a:off x="2429690" y="5462656"/>
            <a:ext cx="727840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Insight</a:t>
            </a:r>
            <a:r>
              <a:rPr lang="en-US" altLang="zh-HK" sz="2000" dirty="0"/>
              <a:t>: </a:t>
            </a:r>
            <a:r>
              <a:rPr lang="en-US" altLang="zh-HK" sz="2000" kern="1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Reflect that “harmony” is the dominant acoustic factor to 	determine sound stimulation levels and can control reactions 	from the human ear. </a:t>
            </a:r>
            <a:endParaRPr lang="zh-HK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4695840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4C065B0-DC6E-7F93-137B-95AAB687ADAB}"/>
              </a:ext>
            </a:extLst>
          </p:cNvPr>
          <p:cNvSpPr txBox="1"/>
          <p:nvPr/>
        </p:nvSpPr>
        <p:spPr>
          <a:xfrm>
            <a:off x="6418219" y="5176504"/>
            <a:ext cx="2307770" cy="392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04800"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altLang="zh-HK" sz="1800" kern="1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lang="en-US" altLang="zh-HK" sz="1800" kern="1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orror movies</a:t>
            </a:r>
            <a:endParaRPr lang="zh-TW" altLang="zh-HK" sz="1800" kern="100" dirty="0">
              <a:effectLst/>
              <a:latin typeface="Aptos" panose="020B000402020202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1A61E1-FFA1-D0D5-06B5-9439985D464F}"/>
              </a:ext>
            </a:extLst>
          </p:cNvPr>
          <p:cNvSpPr txBox="1"/>
          <p:nvPr/>
        </p:nvSpPr>
        <p:spPr>
          <a:xfrm>
            <a:off x="644434" y="548641"/>
            <a:ext cx="34224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Action Recommendations :</a:t>
            </a:r>
            <a:endParaRPr lang="zh-HK" altLang="en-US" sz="20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30BCA3-5829-2E87-37C3-FE6A15E80B61}"/>
              </a:ext>
            </a:extLst>
          </p:cNvPr>
          <p:cNvSpPr txBox="1"/>
          <p:nvPr/>
        </p:nvSpPr>
        <p:spPr>
          <a:xfrm>
            <a:off x="4336869" y="56403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dirty="0"/>
              <a:t>create atmosphere</a:t>
            </a:r>
            <a:endParaRPr lang="zh-HK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699324-B8EF-86D2-7B34-9FB8A86EB944}"/>
              </a:ext>
            </a:extLst>
          </p:cNvPr>
          <p:cNvSpPr txBox="1"/>
          <p:nvPr/>
        </p:nvSpPr>
        <p:spPr>
          <a:xfrm>
            <a:off x="1149531" y="3042683"/>
            <a:ext cx="209005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2000" kern="1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reduce 'harmony</a:t>
            </a:r>
            <a:r>
              <a:rPr lang="en-US" altLang="zh-HK" sz="2000" kern="1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’ to create tension or startling effects</a:t>
            </a:r>
            <a:r>
              <a:rPr lang="en-US" altLang="zh-HK" sz="2000" kern="1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 </a:t>
            </a:r>
            <a:endParaRPr lang="zh-HK" altLang="en-US" sz="2000" dirty="0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9FC145AF-3595-F58F-65E3-DF9C8C31C17F}"/>
              </a:ext>
            </a:extLst>
          </p:cNvPr>
          <p:cNvSpPr/>
          <p:nvPr/>
        </p:nvSpPr>
        <p:spPr>
          <a:xfrm>
            <a:off x="3831771" y="3328445"/>
            <a:ext cx="661851" cy="44413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E500456-0C6A-7F66-BF6E-2D165314E9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9305" y="1863184"/>
            <a:ext cx="4613971" cy="3131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232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1FB362B-271C-4771-5537-417974CAA60B}"/>
              </a:ext>
            </a:extLst>
          </p:cNvPr>
          <p:cNvSpPr txBox="1"/>
          <p:nvPr/>
        </p:nvSpPr>
        <p:spPr>
          <a:xfrm>
            <a:off x="644434" y="548641"/>
            <a:ext cx="22903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Fifth Chart:</a:t>
            </a:r>
            <a:endParaRPr lang="zh-HK" altLang="en-US" sz="20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6994355-62C2-9EA7-B48C-A3C591F61C8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04" r="9482" b="16307"/>
          <a:stretch>
            <a:fillRect/>
          </a:stretch>
        </p:blipFill>
        <p:spPr>
          <a:xfrm>
            <a:off x="644434" y="948752"/>
            <a:ext cx="5815584" cy="418507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84DBB73-C029-2103-83BE-9F305EB6D9BC}"/>
              </a:ext>
            </a:extLst>
          </p:cNvPr>
          <p:cNvSpPr txBox="1"/>
          <p:nvPr/>
        </p:nvSpPr>
        <p:spPr>
          <a:xfrm>
            <a:off x="6781365" y="1546778"/>
            <a:ext cx="53344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kern="100" dirty="0">
                <a:latin typeface="DengXian" panose="02010600030101010101" pitchFamily="2" charset="-122"/>
                <a:cs typeface="Times New Roman" panose="02020603050405020304" pitchFamily="18" charset="0"/>
              </a:rPr>
              <a:t>Tool</a:t>
            </a:r>
            <a:r>
              <a:rPr lang="en-US" altLang="zh-HK" sz="2000" kern="100" dirty="0">
                <a:latin typeface="DengXian" panose="02010600030101010101" pitchFamily="2" charset="-122"/>
                <a:cs typeface="Times New Roman" panose="02020603050405020304" pitchFamily="18" charset="0"/>
              </a:rPr>
              <a:t>: </a:t>
            </a:r>
            <a:r>
              <a:rPr lang="en-US" altLang="zh-HK" sz="2000" kern="100" dirty="0"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HK" sz="20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ultiple</a:t>
            </a:r>
            <a:r>
              <a:rPr lang="en-US" altLang="zh-HK" sz="2000" kern="1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linear regression</a:t>
            </a:r>
            <a:endParaRPr lang="en-US" altLang="zh-HK" sz="2000" kern="100" dirty="0">
              <a:latin typeface="DengXia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HK" sz="2000" b="1" kern="100" dirty="0">
                <a:latin typeface="DengXian" panose="02010600030101010101" pitchFamily="2" charset="-122"/>
                <a:cs typeface="Times New Roman" panose="02020603050405020304" pitchFamily="18" charset="0"/>
              </a:rPr>
              <a:t>Target</a:t>
            </a:r>
            <a:r>
              <a:rPr lang="en-US" altLang="zh-HK" sz="2000" kern="100" dirty="0">
                <a:latin typeface="DengXian" panose="02010600030101010101" pitchFamily="2" charset="-122"/>
                <a:cs typeface="Times New Roman" panose="02020603050405020304" pitchFamily="18" charset="0"/>
              </a:rPr>
              <a:t>: </a:t>
            </a:r>
            <a:r>
              <a:rPr lang="en-US" altLang="zh-HK" sz="2000" kern="100" dirty="0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HK" sz="2000" kern="1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nalyze sound wave energy distribution</a:t>
            </a:r>
            <a:endParaRPr lang="zh-HK" altLang="en-US" sz="2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7303615-4922-0A02-D7F7-F57C4AED814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04" t="82892" r="63133" b="518"/>
          <a:stretch>
            <a:fillRect/>
          </a:stretch>
        </p:blipFill>
        <p:spPr>
          <a:xfrm>
            <a:off x="961425" y="5239512"/>
            <a:ext cx="3603023" cy="128016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3F9D927-A483-9EB7-1026-21E9CD62F9E8}"/>
              </a:ext>
            </a:extLst>
          </p:cNvPr>
          <p:cNvSpPr/>
          <p:nvPr/>
        </p:nvSpPr>
        <p:spPr>
          <a:xfrm>
            <a:off x="3404181" y="1202788"/>
            <a:ext cx="820347" cy="3178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75F2245-70A7-1BAF-1B49-12ED32A33FD1}"/>
              </a:ext>
            </a:extLst>
          </p:cNvPr>
          <p:cNvCxnSpPr>
            <a:cxnSpLocks/>
          </p:cNvCxnSpPr>
          <p:nvPr/>
        </p:nvCxnSpPr>
        <p:spPr>
          <a:xfrm>
            <a:off x="4224528" y="1309771"/>
            <a:ext cx="1014549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17B0B4E-4842-AD42-0394-A49741893BE0}"/>
              </a:ext>
            </a:extLst>
          </p:cNvPr>
          <p:cNvSpPr txBox="1"/>
          <p:nvPr/>
        </p:nvSpPr>
        <p:spPr>
          <a:xfrm>
            <a:off x="5239077" y="1079385"/>
            <a:ext cx="20412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1800" kern="1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prediction accuracy</a:t>
            </a:r>
            <a:endParaRPr lang="zh-HK" alt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2412356-18A9-7103-F452-F960C6836063}"/>
              </a:ext>
            </a:extLst>
          </p:cNvPr>
          <p:cNvSpPr/>
          <p:nvPr/>
        </p:nvSpPr>
        <p:spPr>
          <a:xfrm>
            <a:off x="1309770" y="5524501"/>
            <a:ext cx="3366733" cy="1984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3926ECA-1E26-3C4E-CF9D-39204C589BA9}"/>
              </a:ext>
            </a:extLst>
          </p:cNvPr>
          <p:cNvCxnSpPr>
            <a:cxnSpLocks/>
          </p:cNvCxnSpPr>
          <p:nvPr/>
        </p:nvCxnSpPr>
        <p:spPr>
          <a:xfrm>
            <a:off x="4731802" y="5590035"/>
            <a:ext cx="423672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54A18767-6A0C-F2FB-FE0F-2D61670857BA}"/>
              </a:ext>
            </a:extLst>
          </p:cNvPr>
          <p:cNvSpPr txBox="1"/>
          <p:nvPr/>
        </p:nvSpPr>
        <p:spPr>
          <a:xfrm>
            <a:off x="5129347" y="5402406"/>
            <a:ext cx="30014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1800" kern="1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strong positive correlation</a:t>
            </a:r>
            <a:endParaRPr lang="zh-HK" alt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CF9D5F8-A56D-3AC8-3AEC-D57D72921F37}"/>
              </a:ext>
            </a:extLst>
          </p:cNvPr>
          <p:cNvSpPr/>
          <p:nvPr/>
        </p:nvSpPr>
        <p:spPr>
          <a:xfrm>
            <a:off x="2048933" y="5713987"/>
            <a:ext cx="2624398" cy="1984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FBF3BED-4ACC-3821-23A6-DA29481B0EE4}"/>
              </a:ext>
            </a:extLst>
          </p:cNvPr>
          <p:cNvCxnSpPr>
            <a:cxnSpLocks/>
          </p:cNvCxnSpPr>
          <p:nvPr/>
        </p:nvCxnSpPr>
        <p:spPr>
          <a:xfrm>
            <a:off x="4731802" y="5814404"/>
            <a:ext cx="423672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C9B200B4-EB20-CC12-9670-4A6E4A5EE76E}"/>
              </a:ext>
            </a:extLst>
          </p:cNvPr>
          <p:cNvSpPr txBox="1"/>
          <p:nvPr/>
        </p:nvSpPr>
        <p:spPr>
          <a:xfrm>
            <a:off x="5126175" y="5652514"/>
            <a:ext cx="30014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1800" kern="1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strong negative correlation</a:t>
            </a:r>
            <a:endParaRPr lang="zh-HK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850AD93-C85B-C31E-E0D7-5F0A2E4B1F2D}"/>
              </a:ext>
            </a:extLst>
          </p:cNvPr>
          <p:cNvSpPr txBox="1"/>
          <p:nvPr/>
        </p:nvSpPr>
        <p:spPr>
          <a:xfrm>
            <a:off x="6781365" y="3861583"/>
            <a:ext cx="52243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Insight</a:t>
            </a:r>
            <a:r>
              <a:rPr lang="en-US" altLang="zh-HK" sz="2000" dirty="0"/>
              <a:t>: It can be easier to measure sound 	energy level just by a few key features</a:t>
            </a:r>
            <a:endParaRPr lang="zh-HK" altLang="en-US" sz="20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A27A09E-77D1-A587-FFA0-251AE7F13DAF}"/>
              </a:ext>
            </a:extLst>
          </p:cNvPr>
          <p:cNvSpPr txBox="1"/>
          <p:nvPr/>
        </p:nvSpPr>
        <p:spPr>
          <a:xfrm>
            <a:off x="402409" y="4649930"/>
            <a:ext cx="131448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1600" dirty="0">
                <a:effectLst/>
                <a:latin typeface="DengXian" panose="02010600030101010101" pitchFamily="2" charset="-122"/>
                <a:cs typeface="Times New Roman" panose="02020603050405020304" pitchFamily="18" charset="0"/>
              </a:rPr>
              <a:t>sound </a:t>
            </a:r>
            <a:r>
              <a:rPr lang="en-US" altLang="zh-HK" sz="1600" dirty="0">
                <a:latin typeface="DengXian" panose="02010600030101010101" pitchFamily="2" charset="-122"/>
                <a:cs typeface="Times New Roman" panose="02020603050405020304" pitchFamily="18" charset="0"/>
              </a:rPr>
              <a:t>brightness  or </a:t>
            </a:r>
            <a:r>
              <a:rPr lang="en-US" altLang="zh-HK" sz="1600" dirty="0">
                <a:effectLst/>
                <a:latin typeface="DengXian" panose="02010600030101010101" pitchFamily="2" charset="-122"/>
                <a:cs typeface="Times New Roman" panose="02020603050405020304" pitchFamily="18" charset="0"/>
              </a:rPr>
              <a:t>sharpness</a:t>
            </a:r>
            <a:endParaRPr lang="zh-HK" altLang="en-US" sz="1600" dirty="0"/>
          </a:p>
        </p:txBody>
      </p: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F19837F5-EEF8-5651-5614-9BACE3D0B218}"/>
              </a:ext>
            </a:extLst>
          </p:cNvPr>
          <p:cNvCxnSpPr>
            <a:cxnSpLocks/>
          </p:cNvCxnSpPr>
          <p:nvPr/>
        </p:nvCxnSpPr>
        <p:spPr>
          <a:xfrm rot="10800000">
            <a:off x="1539091" y="5157290"/>
            <a:ext cx="399776" cy="314367"/>
          </a:xfrm>
          <a:prstGeom prst="bentConnector3">
            <a:avLst>
              <a:gd name="adj1" fmla="val 5525"/>
            </a:avLst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0015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E61C1AC-8FF8-10E1-A696-93ED98084E2E}"/>
              </a:ext>
            </a:extLst>
          </p:cNvPr>
          <p:cNvSpPr txBox="1"/>
          <p:nvPr/>
        </p:nvSpPr>
        <p:spPr>
          <a:xfrm>
            <a:off x="644434" y="548641"/>
            <a:ext cx="34224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Action Recommendations :</a:t>
            </a:r>
            <a:endParaRPr lang="zh-HK" altLang="en-US" sz="20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B2660F-54B1-4AB7-FB02-D27E72096697}"/>
              </a:ext>
            </a:extLst>
          </p:cNvPr>
          <p:cNvSpPr txBox="1"/>
          <p:nvPr/>
        </p:nvSpPr>
        <p:spPr>
          <a:xfrm>
            <a:off x="4318000" y="57404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180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Recommend music through energy</a:t>
            </a:r>
            <a:endParaRPr lang="zh-HK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B9CCF40-C175-FB09-61BF-F7B06F6A1762}"/>
              </a:ext>
            </a:extLst>
          </p:cNvPr>
          <p:cNvSpPr txBox="1"/>
          <p:nvPr/>
        </p:nvSpPr>
        <p:spPr>
          <a:xfrm>
            <a:off x="4444998" y="1203940"/>
            <a:ext cx="28363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180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waking up: 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a</a:t>
            </a:r>
            <a:r>
              <a:rPr lang="en-US" altLang="zh-HK" dirty="0"/>
              <a:t>ctivate</a:t>
            </a:r>
            <a:endParaRPr lang="en-US" altLang="zh-HK" sz="1800" dirty="0">
              <a:effectLst/>
              <a:latin typeface="Times New Roman" panose="02020603050405020304" pitchFamily="18" charset="0"/>
              <a:ea typeface="DengXian" panose="02010600030101010101" pitchFamily="2" charset="-122"/>
            </a:endParaRPr>
          </a:p>
          <a:p>
            <a:r>
              <a:rPr lang="en-US" altLang="zh-HK" sz="180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 (</a:t>
            </a:r>
            <a:r>
              <a:rPr lang="en-US" altLang="zh-HK" sz="1800" b="1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medium-energy 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d</a:t>
            </a:r>
            <a:r>
              <a:rPr lang="en-US" altLang="zh-HK" dirty="0"/>
              <a:t>isco</a:t>
            </a:r>
            <a:r>
              <a:rPr lang="en-US" altLang="zh-HK" sz="180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) </a:t>
            </a:r>
            <a:endParaRPr lang="zh-HK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7CDAFCA-DE12-CAC1-B2D7-29607257AD19}"/>
              </a:ext>
            </a:extLst>
          </p:cNvPr>
          <p:cNvSpPr txBox="1"/>
          <p:nvPr/>
        </p:nvSpPr>
        <p:spPr>
          <a:xfrm>
            <a:off x="644434" y="1203940"/>
            <a:ext cx="342246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180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Working: c</a:t>
            </a:r>
            <a:r>
              <a:rPr lang="en-US" altLang="zh-HK" dirty="0"/>
              <a:t>oncentrate</a:t>
            </a:r>
          </a:p>
          <a:p>
            <a:r>
              <a:rPr lang="en-US" altLang="zh-HK" sz="180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(</a:t>
            </a:r>
            <a:r>
              <a:rPr lang="en-US" altLang="zh-HK" sz="1800" b="1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low-energy</a:t>
            </a:r>
            <a:r>
              <a:rPr lang="en-US" altLang="zh-HK" sz="180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 ambience/pure music)</a:t>
            </a:r>
            <a:endParaRPr lang="zh-HK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550128-E91E-B6E3-B5EB-ADB1F72319FB}"/>
              </a:ext>
            </a:extLst>
          </p:cNvPr>
          <p:cNvSpPr txBox="1"/>
          <p:nvPr/>
        </p:nvSpPr>
        <p:spPr>
          <a:xfrm>
            <a:off x="8047565" y="1203940"/>
            <a:ext cx="34078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180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Exercising: 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power</a:t>
            </a:r>
            <a:endParaRPr lang="en-US" altLang="zh-HK" sz="1800" dirty="0">
              <a:effectLst/>
              <a:latin typeface="Times New Roman" panose="02020603050405020304" pitchFamily="18" charset="0"/>
              <a:ea typeface="DengXian" panose="02010600030101010101" pitchFamily="2" charset="-122"/>
            </a:endParaRPr>
          </a:p>
          <a:p>
            <a:r>
              <a:rPr lang="en-US" altLang="zh-HK" sz="180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 </a:t>
            </a:r>
            <a:r>
              <a:rPr lang="en-US" altLang="zh-HK" sz="1800" b="1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(high-energy </a:t>
            </a:r>
            <a:r>
              <a:rPr lang="en-US" altLang="zh-HK" sz="180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electronic music)</a:t>
            </a:r>
            <a:endParaRPr lang="zh-HK" altLang="en-US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AD665BC-4C5A-F622-3D6D-F052F8D33C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468" y="2018762"/>
            <a:ext cx="2133602" cy="149341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F36D1DD-BA00-78EB-8145-6A55B9947A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9815" y="2018763"/>
            <a:ext cx="2686050" cy="149341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475AE736-A283-75BB-7DEE-98851B2177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6458" y="2018762"/>
            <a:ext cx="2855608" cy="1493414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C0533D37-46AB-79AF-9700-2BE2A1E681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7721" y="3955697"/>
            <a:ext cx="2688144" cy="2087141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3FCA5C64-5436-F810-0352-C6C982F29F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469" y="4160645"/>
            <a:ext cx="2133602" cy="1882193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DE6D03CD-F056-5D27-029D-A776D2DBED7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76458" y="3955697"/>
            <a:ext cx="2855608" cy="2087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3082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847F876-361A-800B-1781-AB84EE0D2E3B}"/>
              </a:ext>
            </a:extLst>
          </p:cNvPr>
          <p:cNvSpPr txBox="1"/>
          <p:nvPr/>
        </p:nvSpPr>
        <p:spPr>
          <a:xfrm>
            <a:off x="644434" y="548641"/>
            <a:ext cx="22903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Conclusion:</a:t>
            </a:r>
            <a:endParaRPr lang="zh-HK" altLang="en-US" sz="20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035043-803B-A028-E669-611AAC4DA131}"/>
              </a:ext>
            </a:extLst>
          </p:cNvPr>
          <p:cNvSpPr txBox="1"/>
          <p:nvPr/>
        </p:nvSpPr>
        <p:spPr>
          <a:xfrm>
            <a:off x="1915886" y="2672584"/>
            <a:ext cx="856052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3200" b="1" kern="1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The project can enhance accurate understand and creation of music through physical features.</a:t>
            </a:r>
            <a:endParaRPr lang="zh-HK" altLang="en-US" sz="3200" b="1" kern="100" dirty="0"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97933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334</TotalTime>
  <Words>389</Words>
  <Application>Microsoft Office PowerPoint</Application>
  <PresentationFormat>Widescreen</PresentationFormat>
  <Paragraphs>70</Paragraphs>
  <Slides>16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DengXian</vt:lpstr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哥 大</dc:creator>
  <cp:lastModifiedBy>哥 大</cp:lastModifiedBy>
  <cp:revision>1</cp:revision>
  <dcterms:created xsi:type="dcterms:W3CDTF">2025-11-18T12:39:43Z</dcterms:created>
  <dcterms:modified xsi:type="dcterms:W3CDTF">2025-11-18T18:14:12Z</dcterms:modified>
</cp:coreProperties>
</file>